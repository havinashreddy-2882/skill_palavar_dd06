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3.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4.xml" ContentType="application/vnd.openxmlformats-officedocument.presentationml.notesSlide+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notesSlides/notesSlide5.xml" ContentType="application/vnd.openxmlformats-officedocument.presentationml.notesSlide+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notesSlides/notesSlide6.xml" ContentType="application/vnd.openxmlformats-officedocument.presentationml.notesSlide+xml"/>
  <Override PartName="/ppt/ink/ink24.xml" ContentType="application/inkml+xml"/>
  <Override PartName="/ppt/ink/ink25.xml" ContentType="application/inkml+xml"/>
  <Override PartName="/ppt/ink/ink26.xml" ContentType="application/inkml+xml"/>
  <Override PartName="/ppt/ink/ink27.xml" ContentType="application/inkml+xml"/>
  <Override PartName="/ppt/notesSlides/notesSlide7.xml" ContentType="application/vnd.openxmlformats-officedocument.presentationml.notesSlide+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notesSlides/notesSlide8.xml" ContentType="application/vnd.openxmlformats-officedocument.presentationml.notesSlide+xml"/>
  <Override PartName="/ppt/ink/ink33.xml" ContentType="application/inkml+xml"/>
  <Override PartName="/ppt/ink/ink34.xml" ContentType="application/inkml+xml"/>
  <Override PartName="/ppt/ink/ink35.xml" ContentType="application/inkml+xml"/>
  <Override PartName="/ppt/ink/ink36.xml" ContentType="application/inkml+xml"/>
  <Override PartName="/ppt/notesSlides/notesSlide9.xml" ContentType="application/vnd.openxmlformats-officedocument.presentationml.notesSlide+xml"/>
  <Override PartName="/ppt/ink/ink37.xml" ContentType="application/inkml+xml"/>
  <Override PartName="/ppt/ink/ink38.xml" ContentType="application/inkml+xml"/>
  <Override PartName="/ppt/ink/ink39.xml" ContentType="application/inkml+xml"/>
  <Override PartName="/ppt/ink/ink40.xml" ContentType="application/inkml+xml"/>
  <Override PartName="/ppt/notesSlides/notesSlide10.xml" ContentType="application/vnd.openxmlformats-officedocument.presentationml.notesSlide+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6" r:id="rId3"/>
    <p:sldId id="257" r:id="rId4"/>
    <p:sldId id="258" r:id="rId5"/>
    <p:sldId id="259" r:id="rId6"/>
    <p:sldId id="260" r:id="rId7"/>
    <p:sldId id="261" r:id="rId8"/>
    <p:sldId id="262" r:id="rId9"/>
    <p:sldId id="263" r:id="rId10"/>
    <p:sldId id="264" r:id="rId11"/>
    <p:sldId id="265" r:id="rId12"/>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3:48:02.322"/>
    </inkml:context>
    <inkml:brush xml:id="br0">
      <inkml:brushProperty name="width" value="0.35" units="cm"/>
      <inkml:brushProperty name="height" value="0.35" units="cm"/>
      <inkml:brushProperty name="color" value="#FFFFFF"/>
    </inkml:brush>
  </inkml:definitions>
  <inkml:trace contextRef="#ctx0" brushRef="#br0">1 241 24575,'0'-5'0,"5"-7"0,2-7 0,-1-6 0,0-3 0,-2-8 0,-2-2 0,-1-1 0,0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3:48:24.635"/>
    </inkml:context>
    <inkml:brush xml:id="br0">
      <inkml:brushProperty name="width" value="0.35" units="cm"/>
      <inkml:brushProperty name="height" value="0.35" units="cm"/>
      <inkml:brushProperty name="color" value="#FFFFFF"/>
    </inkml:brush>
  </inkml:definitions>
  <inkml:trace contextRef="#ctx0" brushRef="#br0">0 258 24552,'3970'0'0,"-4484"-257"0,1028 514 0,-1028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3:48:38.986"/>
    </inkml:context>
    <inkml:brush xml:id="br0">
      <inkml:brushProperty name="width" value="0.35" units="cm"/>
      <inkml:brushProperty name="height" value="0.35" units="cm"/>
      <inkml:brushProperty name="color" value="#FFFFFF"/>
    </inkml:brush>
  </inkml:definitions>
  <inkml:trace contextRef="#ctx0" brushRef="#br0">1864 596 24575,'10'0'0,"0"-1"0,-1 1 0,1 1 0,-1-1 0,1 2 0,14 3 0,-22-5 0,0 1 0,0 0 0,-1 0 0,1 0 0,0 0 0,0 0 0,0 0 0,-1 0 0,1 1 0,-1-1 0,1 1 0,-1-1 0,0 1 0,1-1 0,-1 1 0,0 0 0,0-1 0,0 1 0,0 0 0,0 0 0,-1 0 0,1 0 0,0 0 0,-1 0 0,0 0 0,1 0 0,-1 0 0,0 0 0,0 0 0,0 0 0,0 0 0,-1 3 0,-1 8 0,-1 0 0,-1 0 0,0 0 0,0 0 0,-1 0 0,-1-1 0,0 0 0,-12 17 0,0-3 0,-1 0 0,-33 34 0,43-51 0,0 1 0,-1-2 0,0 1 0,-1-1 0,0-1 0,0 0 0,0 0 0,-1-1 0,-25 9 0,27-13 0,-1 1 0,1-2 0,-1 0 0,1 0 0,-1-1 0,0 0 0,0 0 0,1-1 0,-1-1 0,1 0 0,-1 0 0,-17-8 0,-3-2 0,-1-2 0,2-1 0,0-1 0,-30-22 0,9 0 0,-59-56 0,105 90 0,-28-28 0,-2 2 0,-44-30 0,61 54 0,18 6 0,0 0 0,-1 0 0,1 1 0,0-1 0,0 0 0,-1 0 0,1 0 0,0 0 0,0 1 0,-1-1 0,1 0 0,0 0 0,0 1 0,0-1 0,-1 0 0,1 0 0,0 1 0,0-1 0,0 0 0,0 0 0,0 1 0,0-1 0,0 0 0,0 1 0,0-1 0,0 0 0,0 0 0,0 1 0,0-1 0,0 0 0,0 1 0,0-1 0,0 3 0,1 0 0,0 0 0,0 0 0,0 0 0,0-1 0,0 1 0,1 0 0,-1-1 0,3 4 0,81 97 0,-170-179 0,72 66 0,0 0 0,0 0 0,-1 2 0,0-1 0,-1 2 0,0 0 0,0 1 0,0 0 0,-1 1 0,0 1 0,0 1 0,0 0 0,0 1 0,-1 1 0,-26 1 0,40 0 0,0 0 0,1 0 0,-1 1 0,0-1 0,0 1 0,0 0 0,1 0 0,-1 0 0,1 0 0,-1 0 0,0 1 0,1-1 0,0 1 0,-1 0 0,1-1 0,0 1 0,0 0 0,0 0 0,0 0 0,0 1 0,1-1 0,-1 0 0,1 1 0,-1-1 0,1 1 0,0 0 0,0-1 0,0 1 0,-1 4 0,0 7 0,0 0 0,1 0 0,0 0 0,3 26 0,-1-19 0,1 17 0,0-25 0,-2 0 0,1 0 0,-2 0 0,-1 15 0,2-27 0,0-1 0,0 1 0,0-1 0,0 1 0,0-1 0,0 1 0,0-1 0,-1 1 0,1-1 0,0 0 0,0 1 0,0-1 0,-1 1 0,1-1 0,0 0 0,0 1 0,-1-1 0,1 0 0,0 1 0,-1-1 0,1 0 0,0 1 0,-1-1 0,1 0 0,-1 0 0,1 1 0,0-1 0,-1 0 0,1 0 0,-1 0 0,1 0 0,-1 0 0,0 1 0,-15-10 0,-10-21 0,8 3 0,2-1 0,1 0 0,-12-32 0,17 35 0,0 1 0,-2 0 0,-1 1 0,-1 0 0,-28-34 0,13 25 0,-2 2 0,-1 1 0,-45-32 0,76 60 0,-1 0 0,0-1 0,1 1 0,-1 0 0,0 0 0,0 0 0,0 0 0,0 1 0,0-1 0,0 1 0,0-1 0,0 1 0,0-1 0,0 1 0,0 0 0,0 0 0,0 0 0,0 0 0,0 0 0,0 1 0,-4 0 0,4 0 0,1 1 0,-1-1 0,0 1 0,1 0 0,-1 0 0,1-1 0,0 1 0,-1 0 0,1 0 0,0 0 0,0 0 0,0 0 0,1 0 0,-1 1 0,0-1 0,1 0 0,-1 0 0,1 1 0,0 2 0,-3 31 0,2 0 0,2 0 0,1-1 0,12 62 0,-16-55 0,-23-69 0,-28-24 0,-22-22 0,67 60 0,-1-1 0,2 1 0,-1-1 0,2-1 0,0 1 0,1-1 0,0 0 0,-4-28 0,1 9 0,7 75 0,0-13 0,2 21 0,-2 70 0,2-118 0,-1 0 0,0 1 0,-1-1 0,1 0 0,0 1 0,0-1 0,0 0 0,-1 0 0,1 1 0,-1-1 0,1 0 0,-1 0 0,1 0 0,-1 1 0,0-1 0,0 0 0,1 0 0,-1 0 0,-2 1 0,3-2 0,-1 0 0,0-1 0,1 1 0,-1 0 0,0-1 0,1 1 0,-1-1 0,0 1 0,1-1 0,-1 1 0,0-1 0,1 1 0,-1-1 0,1 1 0,0-1 0,-1 0 0,1 1 0,-1-1 0,1 0 0,0 1 0,-1-1 0,1 0 0,0 1 0,0-1 0,0 0 0,-1 0 0,1 1 0,0-1 0,0 0 0,0 0 0,1-1 0,-7-40 0,2 0 0,2-1 0,4-61 0,0 19 0,-1 61 0,-1-2 0,0 45 0,0 593 0,7-624 0,3-17 0,42-158 0,-22 74 0,-12 38 0,-15 55 0,1 0 0,1 0 0,1 1 0,1 0 0,1 0 0,17-32 0,-22 47 0,5-10 0,2 0 0,0 1 0,0-1 0,1 2 0,17-15 0,-26 25 0,0 0 0,0 0 0,1 1 0,-1-1 0,1 1 0,-1-1 0,1 1 0,0 0 0,0 0 0,-1 0 0,1 0 0,0 0 0,0 1 0,0 0 0,0-1 0,0 1 0,0 0 0,-1 0 0,1 1 0,0-1 0,0 0 0,0 1 0,0 0 0,0 0 0,-1 0 0,1 0 0,0 0 0,-1 0 0,1 1 0,-1-1 0,1 1 0,-1 0 0,0 0 0,1 0 0,-1 0 0,0 0 0,0 0 0,2 4 0,2 3 0,0 1 0,0-1 0,-1 1 0,0 0 0,-1 1 0,5 15 0,2 6 0,-2-12 0,-1 0 0,-1 1 0,-1 0 0,-1 0 0,0 1 0,-2-1 0,-1 1 0,0 0 0,-2 0 0,-2 29 0,-6-4 0,2-18 0,1 0 0,2 1 0,1 0 0,3 57 0,-1-87 0,0 0 0,0 0 0,0 0 0,0 0 0,0 1 0,0-1 0,0 0 0,0 0 0,0 0 0,0 0 0,0 0 0,0 0 0,0 1 0,0-1 0,0 0 0,0 0 0,1 0 0,-1 0 0,0 0 0,0 0 0,0 0 0,0 1 0,0-1 0,0 0 0,0 0 0,0 0 0,0 0 0,0 0 0,0 0 0,1 0 0,-1 0 0,0 0 0,0 0 0,0 0 0,0 0 0,0 1 0,0-1 0,0 0 0,1 0 0,-1 0 0,0 0 0,0 0 0,0 0 0,0 0 0,0 0 0,0 0 0,1 0 0,-1 0 0,0 0 0,0 0 0,0-1 0,0 1 0,0 0 0,0 0 0,1 0 0,-1 0 0,0 0 0,7-9 0,5-13 0,4-19 0,-2-1 0,11-48 0,2-10 0,13-48 0,-40 148 0,0-1 0,0 0 0,0 0 0,0 0 0,0 0 0,0 0 0,1 0 0,-1 0 0,0 0 0,1 1 0,-1-1 0,0 0 0,1 0 0,-1 0 0,1 1 0,0-1 0,-1 0 0,1 1 0,-1-1 0,1 0 0,0 1 0,0-1 0,-1 1 0,2-1 0,-1 1 0,0 0 0,0 1 0,-1 0 0,1-1 0,0 1 0,0-1 0,-1 1 0,1 0 0,-1 0 0,1-1 0,-1 1 0,1 0 0,-1 0 0,1 0 0,-1-1 0,1 1 0,-1 0 0,0 1 0,14 51 0,-8 25 0,-5 141 0,-3-98 0,5-99 0,-2-22 0,-1 0 0,0 0 0,0 0 0,1 0 0,-1 0 0,0 0 0,1 0 0,-1 0 0,0 0 0,0 0 0,1 0 0,-1 0 0,0 0 0,1 0 0,-1 0 0,0 0 0,0 0 0,1 0 0,-1-1 0,0 1 0,1 0 0,-1 0 0,0 0 0,0 0 0,0-1 0,1 1 0,-1 0 0,0 0 0,0-1 0,0 1 0,1 0 0,-1 0 0,0-1 0,0 1 0,0 0 0,0-1 0,23-42 0,-17 28 0,5-6 0,10-15 0,-3-1 0,-1 0 0,-1-2 0,16-65 0,-27 81 0,0 1 0,1-1 0,15-33 0,-21 55 0,0 1 0,0-1 0,1 0 0,-1 1 0,0-1 0,0 1 0,0-1 0,0 1 0,1-1 0,-1 1 0,0-1 0,1 1 0,-1-1 0,0 1 0,1-1 0,-1 1 0,0 0 0,1-1 0,-1 1 0,1-1 0,-1 1 0,1 0 0,-1 0 0,1-1 0,-1 1 0,1 0 0,-1 0 0,1-1 0,-1 1 0,1 0 0,0 0 0,-1 0 0,2 0 0,5 18 0,-3 32 0,-4-43 0,1 14 0,0-1 0,-2 1 0,-1 0 0,0 0 0,-7 25 0,7-42 0,1 1 0,0-1 0,-1 0 0,0 0 0,0 0 0,0 0 0,-1-1 0,1 1 0,-1-1 0,0 1 0,0-1 0,0 0 0,0 0 0,0 0 0,-1 0 0,0-1 0,1 1 0,-1-1 0,0 0 0,0 0 0,0 0 0,0-1 0,0 0 0,-1 1 0,1-1 0,0-1 0,-1 1 0,1-1 0,-1 1 0,1-1 0,-6-1 0,6 0 0,0 1 0,-1-1 0,1 0 0,0 0 0,0-1 0,-1 1 0,1-1 0,0 0 0,1 0 0,-1 0 0,0 0 0,0-1 0,-5-5 0,-2-3 0,-1-1 0,-12-17 0,14 16 0,-11-15 0,1 0 0,1-2 0,2 0 0,1-1 0,-17-46 0,24 50 0,0 0 0,2 0 0,1 0 0,1-1 0,2 0 0,0 0 0,3-33 0,0 56 0,0 0 0,1 0 0,-1 0 0,1 0 0,0 0 0,1 1 0,-1-1 0,1 0 0,0 1 0,0-1 0,1 1 0,-1 0 0,1 0 0,0 0 0,0 0 0,0 0 0,1 1 0,-1-1 0,1 1 0,0 0 0,0 0 0,0 0 0,0 1 0,0-1 0,1 1 0,-1 0 0,1 0 0,0 1 0,6-2 0,12-1 0,0 0 0,0 2 0,0 1 0,0 0 0,24 4 0,-15-2 0,946 4 0,-563-7 0,-388 4 0,0 0 0,38 10 0,-34-6 0,37 2 0,-54-6 0,0 1 0,-1 0 0,1 1 0,-1 0 0,22 10 0,-19-7 0,1-1 0,31 8 0,6-8 0,-1-2 0,105-6 0,-47-1 0,-39 2 0,76 2 0,-132 0 0,-1 1 0,0 1 0,0 0 0,0 1 0,0 0 0,-1 2 0,19 8 0,-11-3 0,0 0 0,1-2 0,-1-1 0,2-1 0,24 4 0,-34-7 0,0 0 0,1 2 0,19 9 0,-22-9 0,-1-1 0,1 0 0,0 0 0,0-2 0,17 4 0,-15-4 0,-1 0 0,1 1 0,-1 0 0,0 1 0,0 0 0,-1 1 0,14 9 0,2 3 0,47 40 0,-63-48 0,-4-3 0,1 1 0,0-1 0,0 0 0,0-1 0,1 0 0,15 6 0,141 37 0,-119-37 0,-44-12 0,-1 1 0,1-1 0,-1 1 0,1-1 0,-1 1 0,0 0 0,1 0 0,-1 0 0,0 1 0,0-1 0,0 0 0,0 1 0,0 0 0,0-1 0,0 1 0,0 0 0,-1 0 0,1 0 0,0 0 0,-1 0 0,0 0 0,0 0 0,1 1 0,-1-1 0,-1 0 0,1 1 0,0-1 0,-1 1 0,1-1 0,-1 1 0,1-1 0,-1 4 0,-1-2 0,0 1 0,0 0 0,0 0 0,-1-1 0,0 1 0,0-1 0,0 1 0,0-1 0,-1 0 0,1 0 0,-1 0 0,0 0 0,-1-1 0,1 1 0,0-1 0,-6 4 0,-193 146 0,187-145 0,0-1 0,-1-1 0,-1 0 0,1-1 0,-1-1 0,-18 3 0,4-1 0,-7 0 0,0-2 0,0-1 0,-60-4 0,41 0 0,26-1 0,0-1 0,0-2 0,0 0 0,1-2 0,-1-2 0,2-1 0,-52-24 0,25 1 0,47 27 0,-1-1 0,0 2 0,0-1 0,0 1 0,0 1 0,-1 0 0,0 0 0,0 1 0,-12-2 0,-38 1 0,-102 6 0,47 1 0,-1098-3 0,1205 0 0,4-1 0,1 1 0,-1 0 0,0 0 0,1 1 0,-1-1 0,0 1 0,1 0 0,-6 2 0,9-3 0,1 1 0,0-1 0,0 0 0,0 0 0,0 0 0,-1 0 0,1 0 0,0 0 0,0 1 0,0-1 0,0 0 0,0 0 0,0 0 0,0 0 0,0 1 0,0-1 0,-1 0 0,1 0 0,0 0 0,0 0 0,0 1 0,0-1 0,0 0 0,0 0 0,0 0 0,0 1 0,0-1 0,0 0 0,0 0 0,0 0 0,1 1 0,-1-1 0,0 0 0,0 0 0,0 0 0,0 0 0,0 1 0,0-1 0,0 0 0,0 0 0,1 0 0,-1 0 0,0 0 0,0 0 0,0 1 0,0-1 0,0 0 0,1 0 0,-1 0 0,0 0 0,0 0 0,0 0 0,0 0 0,1 0 0,-1 0 0,0 0 0,0 0 0,0 0 0,1 0 0,-1 0 0,0 0 0,14 5 0,47 10 0,0-4 0,0-2 0,1-2 0,117-4 0,-138-9 0,0-1 0,47-16 0,21-3 0,-76 18 0,35-13 0,-45 12 0,-1 2 0,2 1 0,-1 1 0,29-3 0,9 2 0,76-18 0,-84 13 0,-1 2 0,68-3 0,-56 10 0,0-3 0,109-23 0,-124 14 0,54-22 0,-13 3 0,-76 28 0,-1 0 0,0-1 0,0-1 0,-1 0 0,1-1 0,-2 0 0,20-16 0,-3-4 0,36-45 0,-56 64 0,2-4 0,1 0 0,0 1 0,1 1 0,1 0 0,0 1 0,0 0 0,1 1 0,0 0 0,1 1 0,0 1 0,22-8 0,47-15 0,-65 22 0,0 1 0,0 0 0,0 2 0,37-6 0,-7 7 0,1 3 0,67 6 0,-113-5 0,1 1 0,0 0 0,-1-1 0,1 2 0,-1-1 0,0 0 0,1 1 0,-1 0 0,0 0 0,0 0 0,0 0 0,0 1 0,0-1 0,6 7 0,-8-7 0,-1 1 0,1-1 0,-1 1 0,0-1 0,1 1 0,-1 0 0,0-1 0,0 1 0,-1 0 0,1 0 0,-1 0 0,1 0 0,-1 0 0,0 0 0,0 0 0,0-1 0,-1 1 0,1 0 0,-1 0 0,1 0 0,-1 0 0,0 0 0,-2 4 0,0 0-170,0 0-1,-1 0 0,1 0 1,-1-1-1,-1 0 0,1 1 1,-7 5-1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1:21.773"/>
    </inkml:context>
    <inkml:brush xml:id="br0">
      <inkml:brushProperty name="width" value="0.35" units="cm"/>
      <inkml:brushProperty name="height" value="0.35" units="cm"/>
      <inkml:brushProperty name="color" value="#FFFFFF"/>
    </inkml:brush>
  </inkml:definitions>
  <inkml:trace contextRef="#ctx0" brushRef="#br0">0 221 24575,'1110'0'0,"-1076"-2"0,0-2 0,0-1 0,54-15 0,-51 10 0,0 2 0,61-5 0,48 14 0,35-2 0,-85-15 0,-65 10 0,59-5 0,-62 9 0,50-11 0,-50 7 0,54-3 0,237 8 0,-145 2 0,-161-2 0,-1-1 0,1 0 0,-1-1 0,0 0 0,0-1 0,0 0 0,-1-1 0,0-1 0,17-10 0,-15 9 0,0 0 0,1 0 0,-1 2 0,1-1 0,0 2 0,23-5 0,23 4 0,108 6 0,-58 2 0,807-3-1365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1:25.234"/>
    </inkml:context>
    <inkml:brush xml:id="br0">
      <inkml:brushProperty name="width" value="0.35" units="cm"/>
      <inkml:brushProperty name="height" value="0.35" units="cm"/>
      <inkml:brushProperty name="color" value="#FFFFFF"/>
    </inkml:brush>
  </inkml:definitions>
  <inkml:trace contextRef="#ctx0" brushRef="#br0">0 0 24423,'0'619'0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1:42.947"/>
    </inkml:context>
    <inkml:brush xml:id="br0">
      <inkml:brushProperty name="width" value="0.35" units="cm"/>
      <inkml:brushProperty name="height" value="0.35" units="cm"/>
      <inkml:brushProperty name="color" value="#FFFFFF"/>
    </inkml:brush>
  </inkml:definitions>
  <inkml:trace contextRef="#ctx0" brushRef="#br0">3965 12 24528,'-3965'0'0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1:49.917"/>
    </inkml:context>
    <inkml:brush xml:id="br0">
      <inkml:brushProperty name="width" value="0.35" units="cm"/>
      <inkml:brushProperty name="height" value="0.35" units="cm"/>
      <inkml:brushProperty name="color" value="#FFFFFF"/>
    </inkml:brush>
  </inkml:definitions>
  <inkml:trace contextRef="#ctx0" brushRef="#br0">50 101 24575,'-5'0'0,"-2"-5"0,1-7 0,0-7 0,-3 0 0,0-2 0,1-3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2:09.443"/>
    </inkml:context>
    <inkml:brush xml:id="br0">
      <inkml:brushProperty name="width" value="0.35" units="cm"/>
      <inkml:brushProperty name="height" value="0.35" units="cm"/>
      <inkml:brushProperty name="color" value="#FFFFFF"/>
    </inkml:brush>
  </inkml:definitions>
  <inkml:trace contextRef="#ctx0" brushRef="#br0">5071 590 24575,'-3'-3'0,"0"1"0,0 0 0,0 0 0,-1 0 0,1 0 0,-1 1 0,1-1 0,-1 1 0,0 0 0,-7-2 0,-43-3 0,40 5 0,-77-4 0,-56-7 0,-13-2 0,-257 8 0,229 8 0,155-2 0,-1 1 0,1 1 0,-65 14 0,63-9 0,0-2 0,-1-2 0,1-1 0,-44-4 0,39 1 0,1 1 0,-1 2 0,-43 7 0,-133 30 0,142-31 0,-1-2 0,-116-7 0,65-1 0,84 1 0,-1 2 0,1 2 0,-60 12 0,78-10 0,-1-2 0,-32 1 0,34-4 0,0 2 0,0 1 0,-23 5 0,-3 3 0,-50 4 0,17-3 0,20-5 0,-121-2 0,174-5 0,-5 1 0,1 0 0,0 2 0,0-1 0,1 2 0,-1-1 0,0 2 0,-13 6 0,11-4 0,0-2 0,0 1 0,-1-2 0,-25 5 0,-53-4 0,-99-7 0,54 0 0,105 2 0,-1-1 0,0-2 0,-59-12 0,48 8 0,-2 1 0,1 2 0,0 3 0,-52 4 0,2 0 0,-373-3 0,449-3 0,21 2 0,0 1 0,0 0 0,0 0 0,0-1 0,0 1 0,0 0 0,0 0 0,0-1 0,0 1 0,0 0 0,0 0 0,0-1 0,0 1 0,0 0 0,0 0 0,0-1 0,0 1 0,0 0 0,1 0 0,-1 0 0,0-1 0,0 1 0,0 0 0,0 0 0,0 0 0,1-1 0,-1 1 0,0 0 0,0 0 0,0 0 0,1 0 0,-1 0 0,0 0 0,0-1 0,1 1 0,-1 0 0,0 0 0,0 0 0,1 0 0,4-3 0,0 1 0,1 0 0,0 0 0,-1 0 0,7-1 0,67-5 0,-58 6 0,0 0 0,-1 0 0,1-2 0,31-10 0,-26 4 0,3 0 0,43-21 0,-64 26 0,1 0 0,-1 0 0,0-1 0,-1 0 0,1 0 0,-1-1 0,0 0 0,-1 0 0,8-11 0,-9 11 0,1 1 0,-1-1 0,2 1 0,-1 0 0,12-8 0,-11 8 0,1 0 0,-1 0 0,0-1 0,7-8 0,-10 8 0,0 0 0,0 0 0,-1 0 0,0 0 0,3-9 0,-5 11 0,1-1 0,-1 1 0,1 0 0,1 0 0,-1 0 0,1 1 0,0-1 0,0 0 0,0 1 0,1 0 0,-1 0 0,7-6 0,10-1 0,0 0 0,1 1 0,0 1 0,1 1 0,0 1 0,0 1 0,29-4 0,38-13 0,-61 16 0,1 2 0,0 1 0,0 1 0,51 2 0,-41 1 0,69-10 0,-61 1 0,-1-2 0,79-31 0,-61 23 0,-47 16 0,0-2 0,30-13 0,-3-4 0,1 2 0,1 2 0,60-15 0,-71 25 0,1-1 0,0 2 0,0 2 0,40-2 0,499 9 0,-543 1 0,-32-3 0,1 0 0,-1 0 0,1 0 0,-1 0 0,1 1 0,-1-1 0,0 0 0,1 0 0,-1 1 0,1-1 0,-1 0 0,0 0 0,1 1 0,-1-1 0,0 0 0,1 1 0,-1-1 0,0 0 0,1 1 0,-1-1 0,0 1 0,0-1 0,0 0 0,1 1 0,-1-1 0,0 1 0,0-1 0,0 1 0,0-1 0,0 1 0,0-1 0,0 1 0,0-1 0,0 1 0,0-1 0,0 0 0,0 1 0,0-1 0,0 1 0,0-1 0,-1 1 0,1-1 0,0 1 0,0-1 0,-1 0 0,1 1 0,0-1 0,0 0 0,-1 1 0,1-1 0,0 0 0,-1 1 0,1-1 0,0 0 0,-1 1 0,1-1 0,-1 0 0,1 0 0,-1 1 0,-10 6 0,0 1 0,0-2 0,0 0 0,-1 0 0,0-1 0,0 0 0,0-1 0,-24 5 0,-5 2 0,13-3 0,-1-1 0,1-1 0,-48 3 0,-89-7 0,157-2 0,1 1 0,-1-1 0,0 1 0,1 0 0,-1 1 0,0 0 0,1 0 0,-10 4 0,3 1 0,2 1 0,-1 0 0,-15 13 0,10-7 0,1 1 0,1 0 0,-27 34 0,36-41 0,0 0 0,0 0 0,-1 0 0,0-1 0,0 0 0,-1-1 0,0 0 0,0 0 0,0-1 0,-11 5 0,6-6 0,0 1 0,0-2 0,0 0 0,-1 0 0,1-2 0,-29 1 0,-137-5-1365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2:22.322"/>
    </inkml:context>
    <inkml:brush xml:id="br0">
      <inkml:brushProperty name="width" value="0.35" units="cm"/>
      <inkml:brushProperty name="height" value="0.35" units="cm"/>
      <inkml:brushProperty name="color" value="#FFFFFF"/>
    </inkml:brush>
  </inkml:definitions>
  <inkml:trace contextRef="#ctx0" brushRef="#br0">195 331 24575,'5'1'0,"-1"-1"0,0 1 0,1 0 0,-1 0 0,0 1 0,6 2 0,17 5 0,34-1 0,1-2 0,0-3 0,75-6 0,-23 1 0,-45 3 0,77-3 0,-18-25 0,32-4 0,-118 21 0,0 1 0,1 2 0,45-2 0,-74 10 0,0-1 0,1 0 0,-1-1 0,0-1 0,0-1 0,0 0 0,0 0 0,0-1 0,0-1 0,20-10 0,-6 0 0,0 1 0,1 1 0,1 2 0,0 1 0,52-10 0,-11 14 0,-51 5 0,0 0 0,36-9 0,37-7 0,-124 26 0,9-3 0,-35 6 0,30-9 0,1 1 0,-44 13 0,60-13 0,0-1 0,0 1 0,1 0 0,-1 1 0,1 0 0,0 1 0,1 0 0,-1 0 0,1 1 0,-7 8 0,-3 2 0,10-8 0,-1 0 0,1 0 0,-7 10 0,14-17 0,-1 0 0,1 0 0,0 0 0,0 0 0,0 0 0,0 0 0,1 0 0,-1 0 0,0 0 0,1 1 0,0-1 0,-1 0 0,1 0 0,0 1 0,0-1 0,0 0 0,0 0 0,1 1 0,-1-1 0,1 0 0,1 4 0,-2-5 0,0 0 0,0-1 0,1 1 0,-1-1 0,0 1 0,0-1 0,0 1 0,0 0 0,1-1 0,-1 1 0,0 0 0,0-1 0,0 1 0,-1 0 0,1-1 0,0 1 0,0-1 0,0 1 0,0 0 0,-1-1 0,1 1 0,0-1 0,0 1 0,-1-1 0,1 1 0,0-1 0,-1 1 0,1-1 0,-1 1 0,1-1 0,-1 1 0,1-1 0,-1 1 0,1-1 0,-1 0 0,1 1 0,-1-1 0,1 0 0,-1 0 0,0 1 0,1-1 0,-1 0 0,1 0 0,-1 0 0,0 0 0,1 0 0,-1 0 0,0 0 0,1 0 0,-2 0 0,-44-1 0,32 0 0,-42 0 0,-1-3 0,-66-13 0,61 9 0,0 2 0,-1 3 0,-80 6 0,22-1 0,-707-2 0,818 0 0,6 1 0,-1-1 0,0 1 0,1-2 0,-1 1 0,0 0 0,1-1 0,-1 0 0,1 0 0,-1 0 0,1-1 0,-1 1 0,-6-5 0,11 6 0,0 0 0,0 0 0,-1 0 0,1 0 0,0 0 0,0 0 0,0-1 0,0 1 0,0 0 0,0 0 0,0 0 0,0 0 0,-1 0 0,1 0 0,0-1 0,0 1 0,0 0 0,0 0 0,0 0 0,0 0 0,0 0 0,0-1 0,0 1 0,0 0 0,0 0 0,0 0 0,0 0 0,0-1 0,0 1 0,0 0 0,0 0 0,0 0 0,0 0 0,1 0 0,-1-1 0,0 1 0,0 0 0,0 0 0,0 0 0,0 0 0,0 0 0,0 0 0,0-1 0,0 1 0,1 0 0,-1 0 0,0 0 0,0 0 0,0 0 0,12-5 0,13 1 0,151 1 0,-7 2 0,-95-14 0,-55 10 0,0 1 0,24-1 0,-13 2 0,-1-2 0,1 0 0,-1-2 0,0-1 0,-1-2 0,0 0 0,35-19 0,-32 14 0,2 2 0,-1 0 0,2 3 0,-1 1 0,41-6 0,-45 12 0,39 1 0,-47 2 0,1 0 0,-1-1 0,0-2 0,24-5 0,-18 3 0,1 0 0,0 2 0,32-1 0,-30 4 0,0-3 0,47-8 0,182-40 0,-185 32-1365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2:33.358"/>
    </inkml:context>
    <inkml:brush xml:id="br0">
      <inkml:brushProperty name="width" value="0.35" units="cm"/>
      <inkml:brushProperty name="height" value="0.35" units="cm"/>
      <inkml:brushProperty name="color" value="#FFFFFF"/>
    </inkml:brush>
  </inkml:definitions>
  <inkml:trace contextRef="#ctx0" brushRef="#br0">1 372 24488,'2974'-372'0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3:03.356"/>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3:13.988"/>
    </inkml:context>
    <inkml:brush xml:id="br0">
      <inkml:brushProperty name="width" value="0.35" units="cm"/>
      <inkml:brushProperty name="height" value="0.35" units="cm"/>
      <inkml:brushProperty name="color" value="#FFFFFF"/>
    </inkml:brush>
  </inkml:definitions>
  <inkml:trace contextRef="#ctx0" brushRef="#br0">96 528 24575,'-2'-9'0,"0"0"0,0 0 0,0 0 0,-1 1 0,0-1 0,-8-13 0,6 12 0,-1-7 0,0-1 0,0 0 0,2 0 0,0 0 0,2-1 0,-2-29 0,1 10 0,-11-37 0,9 55 0,1-1 0,-1-21 0,3-48-1365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3:20.544"/>
    </inkml:context>
    <inkml:brush xml:id="br0">
      <inkml:brushProperty name="width" value="0.35" units="cm"/>
      <inkml:brushProperty name="height" value="0.35" units="cm"/>
      <inkml:brushProperty name="color" value="#FFFFFF"/>
    </inkml:brush>
  </inkml:definitions>
  <inkml:trace contextRef="#ctx0" brushRef="#br0">0 156 24542,'4338'-155'0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3:25.898"/>
    </inkml:context>
    <inkml:brush xml:id="br0">
      <inkml:brushProperty name="width" value="0.35" units="cm"/>
      <inkml:brushProperty name="height" value="0.35" units="cm"/>
      <inkml:brushProperty name="color" value="#FFFFFF"/>
    </inkml:brush>
  </inkml:definitions>
  <inkml:trace contextRef="#ctx0" brushRef="#br0">0 1 23892,'0'713'0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3:29.857"/>
    </inkml:context>
    <inkml:brush xml:id="br0">
      <inkml:brushProperty name="width" value="0.35" units="cm"/>
      <inkml:brushProperty name="height" value="0.35" units="cm"/>
      <inkml:brushProperty name="color" value="#FFFFFF"/>
    </inkml:brush>
  </inkml:definitions>
  <inkml:trace contextRef="#ctx0" brushRef="#br0">1703 217 24537,'-1703'-216'0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3:38.514"/>
    </inkml:context>
    <inkml:brush xml:id="br0">
      <inkml:brushProperty name="width" value="0.35" units="cm"/>
      <inkml:brushProperty name="height" value="0.35" units="cm"/>
      <inkml:brushProperty name="color" value="#FFFFFF"/>
    </inkml:brush>
  </inkml:definitions>
  <inkml:trace contextRef="#ctx0" brushRef="#br0">1 463 24575,'42'1'0,"-1"-2"0,1-2 0,62-12 0,-78 10 0,1 2 0,44-1 0,-53 5 0,0-2 0,0 0 0,0-1 0,0 0 0,0-2 0,-1 0 0,34-13 0,-37 11 0,0 1 0,0 0 0,0 1 0,1 0 0,-1 1 0,23-1 0,89 3 0,-4 0 0,-100-2 0,-1-1 0,0-1 0,35-13 0,-36 11 0,-1 1 0,1 0 0,0 2 0,29-4 0,-22 7 0,-17 2 0,0-2 0,0 1 0,0-1 0,0-1 0,0 0 0,0 0 0,-1-1 0,1 0 0,16-8 0,-5 0 0,0 0 0,0 1 0,1 1 0,0 1 0,0 1 0,1 2 0,23-4 0,87-18 0,-86 16 0,72-9 0,-85 17 0,0-2 0,0-2 0,0-1 0,-1-2 0,0-1 0,-1-2 0,0-1 0,30-18 0,-47 24-170,0 0-1,1 0 0,0 2 1,0 0-1,0 1 0,1 0 1,18-2-1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3:44.904"/>
    </inkml:context>
    <inkml:brush xml:id="br0">
      <inkml:brushProperty name="width" value="0.35" units="cm"/>
      <inkml:brushProperty name="height" value="0.35" units="cm"/>
      <inkml:brushProperty name="color" value="#FFFFFF"/>
    </inkml:brush>
  </inkml:definitions>
  <inkml:trace contextRef="#ctx0" brushRef="#br0">299 122 24575,'-298'0'0,"412"2"0,135-5 0,-143-12 0,-63 7 0,55-1 0,-53 9 0,-29 1 0,-1-1 0,1 0 0,-1-1 0,0-1 0,1 0 0,-1-1 0,0-1 0,0 0 0,21-10 0,-22 8 0,0 1 0,0 0 0,1 0 0,0 2 0,0 0 0,0 1 0,0 0 0,29 1 0,7-2 0,96-22-1365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3:59.995"/>
    </inkml:context>
    <inkml:brush xml:id="br0">
      <inkml:brushProperty name="width" value="0.35" units="cm"/>
      <inkml:brushProperty name="height" value="0.35" units="cm"/>
      <inkml:brushProperty name="color" value="#FFFFFF"/>
    </inkml:brush>
  </inkml:definitions>
  <inkml:trace contextRef="#ctx0" brushRef="#br0">1 257 24546,'4277'0'0,"-4792"-257"0,1030 514 0,-1030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4:07.623"/>
    </inkml:context>
    <inkml:brush xml:id="br0">
      <inkml:brushProperty name="width" value="0.35" units="cm"/>
      <inkml:brushProperty name="height" value="0.35" units="cm"/>
      <inkml:brushProperty name="color" value="#FFFFFF"/>
    </inkml:brush>
  </inkml:definitions>
  <inkml:trace contextRef="#ctx0" brushRef="#br0">13 0 24575,'0'5'0,"0"7"0,0 7 0,0 5 0,0 4 0,0 3 0,0 1 0,0 0 0,0 1 0,0-1 0,0-1 0,0 1 0,0-1 0,-5-5 0,-2-2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4:09.732"/>
    </inkml:context>
    <inkml:brush xml:id="br0">
      <inkml:brushProperty name="width" value="0.35" units="cm"/>
      <inkml:brushProperty name="height" value="0.35" units="cm"/>
      <inkml:brushProperty name="color" value="#FFFFFF"/>
    </inkml:brush>
  </inkml:definitions>
  <inkml:trace contextRef="#ctx0" brushRef="#br0">2509 217 24575,'-2508'-216'0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4:19.458"/>
    </inkml:context>
    <inkml:brush xml:id="br0">
      <inkml:brushProperty name="width" value="0.35" units="cm"/>
      <inkml:brushProperty name="height" value="0.35" units="cm"/>
      <inkml:brushProperty name="color" value="#FFFFFF"/>
    </inkml:brush>
  </inkml:definitions>
  <inkml:trace contextRef="#ctx0" brushRef="#br0">0 128 24575,'1'-1'0,"-1"-1"0,1 1 0,0-1 0,-1 1 0,1 0 0,0-1 0,0 1 0,0 0 0,-1 0 0,1 0 0,1 0 0,-1 0 0,0 0 0,0 0 0,0 0 0,0 0 0,1 0 0,-1 1 0,0-1 0,2 0 0,33-14 0,-32 13 0,35-11 0,1 2 0,0 2 0,0 2 0,55-4 0,-27 7 0,-14 2 0,70-13 0,-56 6 0,1 3 0,138 6 0,-82 3 0,302-3-1365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4:24.644"/>
    </inkml:context>
    <inkml:brush xml:id="br0">
      <inkml:brushProperty name="width" value="0.35" units="cm"/>
      <inkml:brushProperty name="height" value="0.35" units="cm"/>
      <inkml:brushProperty name="color" value="#FFFFFF"/>
    </inkml:brush>
  </inkml:definitions>
  <inkml:trace contextRef="#ctx0" brushRef="#br0">95 314 24575,'0'-6'0,"0"-6"0,-5-6 0,-2-7 0,0-3 0,2-8 0,-5 3 0,1 1 0,1 1 0,-4 6 0,1 1 0,3 1 0,-4 3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4:30.014"/>
    </inkml:context>
    <inkml:brush xml:id="br0">
      <inkml:brushProperty name="width" value="0.35" units="cm"/>
      <inkml:brushProperty name="height" value="0.35" units="cm"/>
      <inkml:brushProperty name="color" value="#FFFFFF"/>
    </inkml:brush>
  </inkml:definitions>
  <inkml:trace contextRef="#ctx0" brushRef="#br0">1 97 24575,'98'2'0,"110"-5"0,-190 1 0,0-2 0,0 0 0,0-1 0,-1 0 0,0-2 0,0 0 0,-1-1 0,27-17 0,-31 20-136,0 0-1,-1 1 1,2 0-1,-1 1 1,0 0-1,1 1 1,-1 1-1,1 0 0,20 1 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5:32.924"/>
    </inkml:context>
    <inkml:brush xml:id="br0">
      <inkml:brushProperty name="width" value="0.35" units="cm"/>
      <inkml:brushProperty name="height" value="0.35" units="cm"/>
      <inkml:brushProperty name="color" value="#FFFFFF"/>
    </inkml:brush>
  </inkml:definitions>
  <inkml:trace contextRef="#ctx0" brushRef="#br0">4475 0 24575,'-963'0'0,"934"2"0,0 1 0,-41 9 0,39-6 0,-57 4 0,-357-9 0,212-3 0,206 4 0,0 0 0,-38 10 0,34-6 0,-37 2 0,-106-8 0,-26 2 0,105 12 0,61-7 0,-54 3 0,-491-9 0,277-3 0,-595 2-1365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5:37.595"/>
    </inkml:context>
    <inkml:brush xml:id="br0">
      <inkml:brushProperty name="width" value="0.35" units="cm"/>
      <inkml:brushProperty name="height" value="0.35" units="cm"/>
      <inkml:brushProperty name="color" value="#FFFFFF"/>
    </inkml:brush>
  </inkml:definitions>
  <inkml:trace contextRef="#ctx0" brushRef="#br0">44 1 24575,'0'5'0,"-5"2"0,-2 5 0,0 5 0,2 6 0,1 4 0,2 3 0,0 1 0,2 0 0,0 1 0,0 0 0,0 0 0,-5 0 0,-2 5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5:41.841"/>
    </inkml:context>
    <inkml:brush xml:id="br0">
      <inkml:brushProperty name="width" value="0.35" units="cm"/>
      <inkml:brushProperty name="height" value="0.35" units="cm"/>
      <inkml:brushProperty name="color" value="#FFFFFF"/>
    </inkml:brush>
  </inkml:definitions>
  <inkml:trace contextRef="#ctx0" brushRef="#br0">0 258 24557,'4400'0'0,"-4914"-257"0,1028 514 0,-1028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5:56.365"/>
    </inkml:context>
    <inkml:brush xml:id="br0">
      <inkml:brushProperty name="width" value="0.35" units="cm"/>
      <inkml:brushProperty name="height" value="0.35" units="cm"/>
      <inkml:brushProperty name="color" value="#FFFFFF"/>
    </inkml:brush>
  </inkml:definitions>
  <inkml:trace contextRef="#ctx0" brushRef="#br0">1 242 24575,'0'-6'0,"0"-6"0,0-7 0,0-6 0,0-3 0,0-8 0,0-2 0,0-1 0,0 1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6:17.559"/>
    </inkml:context>
    <inkml:brush xml:id="br0">
      <inkml:brushProperty name="width" value="0.35" units="cm"/>
      <inkml:brushProperty name="height" value="0.35" units="cm"/>
      <inkml:brushProperty name="color" value="#FFFFFF"/>
    </inkml:brush>
  </inkml:definitions>
  <inkml:trace contextRef="#ctx0" brushRef="#br0">1 0 24575,'22'1'0,"0"2"0,0 0 0,34 9 0,-2 0 0,974 135 0,-1019-146 0,19 3 0,1-1 0,0-1 0,-1-1 0,1-2 0,-1-1 0,46-9 0,-27 1 0,76-7 0,-21 4 0,-18 3 0,-1 5 0,115 6 0,-66 1 0,555-2 0,-658 2 0,0 1 0,40 8 0,-37-4 0,58 3 0,-36-9 0,-15-1 0,1 2 0,43 7 0,-5 1 0,0-3 0,107-5 0,-166-2 0,8 1 0,-2 1 0,42 10 0,-37-6 0,39 2 0,251-6 188,-166-3-1741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6:19.106"/>
    </inkml:context>
    <inkml:brush xml:id="br0">
      <inkml:brushProperty name="width" value="0.35" units="cm"/>
      <inkml:brushProperty name="height" value="0.35" units="cm"/>
      <inkml:brushProperty name="color" value="#FFFFFF"/>
    </inkml:brush>
  </inkml:definitions>
  <inkml:trace contextRef="#ctx0" brushRef="#br0">0 1 24575,'0'433'0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6:22.129"/>
    </inkml:context>
    <inkml:brush xml:id="br0">
      <inkml:brushProperty name="width" value="0.35" units="cm"/>
      <inkml:brushProperty name="height" value="0.35" units="cm"/>
      <inkml:brushProperty name="color" value="#FFFFFF"/>
    </inkml:brush>
  </inkml:definitions>
  <inkml:trace contextRef="#ctx0" brushRef="#br0">1032 59 24575,'-590'0'0,"570"-1"0,1-1 0,-1-1 0,-21-6 0,18 4 0,-41-5 0,20 8 0,8 0 0,0-1 0,-45-9 0,23 3-1365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6:29.234"/>
    </inkml:context>
    <inkml:brush xml:id="br0">
      <inkml:brushProperty name="width" value="0.35" units="cm"/>
      <inkml:brushProperty name="height" value="0.35" units="cm"/>
      <inkml:brushProperty name="color" value="#FFFFFF"/>
    </inkml:brush>
  </inkml:definitions>
  <inkml:trace contextRef="#ctx0" brushRef="#br0">4032 257 24561,'-4031'0'0,"4545"257"0,-1028-514 0,1028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6:33.638"/>
    </inkml:context>
    <inkml:brush xml:id="br0">
      <inkml:brushProperty name="width" value="0.35" units="cm"/>
      <inkml:brushProperty name="height" value="0.35" units="cm"/>
      <inkml:brushProperty name="color" value="#FFFFFF"/>
    </inkml:brush>
  </inkml:definitions>
  <inkml:trace contextRef="#ctx0" brushRef="#br0">25 173 24575,'0'-5'0,"0"-8"0,0-6 0,0-5 0,-5 1 0,-2-1 0,0-6 0,2-4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6:53.968"/>
    </inkml:context>
    <inkml:brush xml:id="br0">
      <inkml:brushProperty name="width" value="0.35" units="cm"/>
      <inkml:brushProperty name="height" value="0.35" units="cm"/>
      <inkml:brushProperty name="color" value="#FFFFFF"/>
    </inkml:brush>
  </inkml:definitions>
  <inkml:trace contextRef="#ctx0" brushRef="#br0">0 12 24444,'4553'0'0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6:46.903"/>
    </inkml:context>
    <inkml:brush xml:id="br0">
      <inkml:brushProperty name="width" value="0.35" units="cm"/>
      <inkml:brushProperty name="height" value="0.35" units="cm"/>
      <inkml:brushProperty name="color" value="#FFFFFF"/>
    </inkml:brush>
  </inkml:definitions>
  <inkml:trace contextRef="#ctx0" brushRef="#br0">4330 65 24575,'-60'-1'0,"1"-2"0,-62-12 0,63 8 0,0 3 0,-81 4 0,-49-3 0,92-11 0,63 7 0,-55-2 0,-472 7 0,270 4 0,-2226-2 0,2504 0-341,0 1 0,0 0-1,-16 3 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6:49.687"/>
    </inkml:context>
    <inkml:brush xml:id="br0">
      <inkml:brushProperty name="width" value="0.35" units="cm"/>
      <inkml:brushProperty name="height" value="0.35" units="cm"/>
      <inkml:brushProperty name="color" value="#FFFFFF"/>
    </inkml:brush>
  </inkml:definitions>
  <inkml:trace contextRef="#ctx0" brushRef="#br0">228 0 24575,'-10'14'0,"0"0"0,1 1 0,1-1 0,0 2 0,1-1 0,-7 23 0,9-23 0,-25 73 177,17-45-134,-21 45 0,29-76-224,-1-1 0,-1 1 0,0-1 1,-1 0-1,0 0 0,0-1 0,-1 0 0,-12 10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7:00.454"/>
    </inkml:context>
    <inkml:brush xml:id="br0">
      <inkml:brushProperty name="width" value="0.35" units="cm"/>
      <inkml:brushProperty name="height" value="0.35" units="cm"/>
      <inkml:brushProperty name="color" value="#FFFFFF"/>
    </inkml:brush>
  </inkml:definitions>
  <inkml:trace contextRef="#ctx0" brushRef="#br0">1 152 24575,'0'-5'0,"0"-7"0,0-7 0,0-6 0,0-3 0,0-2 0,0-2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7:54.582"/>
    </inkml:context>
    <inkml:brush xml:id="br0">
      <inkml:brushProperty name="width" value="0.35" units="cm"/>
      <inkml:brushProperty name="height" value="0.35" units="cm"/>
      <inkml:brushProperty name="color" value="#FFFFFF"/>
    </inkml:brush>
  </inkml:definitions>
  <inkml:trace contextRef="#ctx0" brushRef="#br0">4369 50 24571,'-4368'0'0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7:59.229"/>
    </inkml:context>
    <inkml:brush xml:id="br0">
      <inkml:brushProperty name="width" value="0.35" units="cm"/>
      <inkml:brushProperty name="height" value="0.35" units="cm"/>
      <inkml:brushProperty name="color" value="#FFFFFF"/>
    </inkml:brush>
  </inkml:definitions>
  <inkml:trace contextRef="#ctx0" brushRef="#br0">36 1 24575,'0'4'0,"1"0"0,0 0 0,0-1 0,0 1 0,1 0 0,-1-1 0,1 1 0,0-1 0,0 1 0,3 3 0,7 16 0,1 6 0,-2 2 0,-2-1 0,0 2 0,-2-1 0,4 55 0,-10-82 16,-2 0 0,1 0-1,0-1 1,-1 1 0,0 0 0,0-1-1,0 1 1,0-1 0,0 1 0,-1-1-1,0 0 1,1 1 0,-1-1 0,0 0-1,-5 5 1,-1 0-27,0-1-1,-1 1 1,-17 10 0,16-12-304,1 0 1,0 1 0,1 0-1,-8 8 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8:03.166"/>
    </inkml:context>
    <inkml:brush xml:id="br0">
      <inkml:brushProperty name="width" value="0.35" units="cm"/>
      <inkml:brushProperty name="height" value="0.35" units="cm"/>
      <inkml:brushProperty name="color" value="#FFFFFF"/>
    </inkml:brush>
  </inkml:definitions>
  <inkml:trace contextRef="#ctx0" brushRef="#br0">0 0 23892,'4401'0'0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8:14.148"/>
    </inkml:context>
    <inkml:brush xml:id="br0">
      <inkml:brushProperty name="width" value="0.35" units="cm"/>
      <inkml:brushProperty name="height" value="0.35" units="cm"/>
      <inkml:brushProperty name="color" value="#FFFFFF"/>
    </inkml:brush>
  </inkml:definitions>
  <inkml:trace contextRef="#ctx0" brushRef="#br0">1 349 24575,'0'-6'0,"0"-6"0,0-6 0,0-7 0,0-3 0,0-8 0,0-3 0,0 1 0,0 0 0,0 2 0,0 2 0,0-4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8:47.408"/>
    </inkml:context>
    <inkml:brush xml:id="br0">
      <inkml:brushProperty name="width" value="0.35" units="cm"/>
      <inkml:brushProperty name="height" value="0.35" units="cm"/>
      <inkml:brushProperty name="color" value="#FFFFFF"/>
    </inkml:brush>
  </inkml:definitions>
  <inkml:trace contextRef="#ctx0" brushRef="#br0">0 428 24575,'4'-3'0,"0"0"0,0 0 0,0 1 0,1-1 0,-1 1 0,0 0 0,1 0 0,0 0 0,-1 1 0,1 0 0,9-2 0,59-1 0,-56 4 0,17-3 0,1-2 0,-1-1 0,39-12 0,-38 8 0,1 2 0,60-5 0,232 11 0,-157 4 0,-140-3 0,0-2 0,35-8 0,-32 4 0,51-2 0,4 9 0,-53 2 0,0-3 0,-1 0 0,55-11 0,-45 5 0,1 1 0,0 3 0,56 2 0,30-1 0,-90-3 0,1-2 0,-1-1 0,-1-3 0,0-1 0,43-19 0,-68 26 0,-1 0 0,2 1 0,-1 1 0,0 0 0,24 0 0,87 5 0,-54 0 0,-32-2 0,-1-2 0,0-1 0,0-2 0,0-2 0,59-18 0,-74 19 0,0 1 0,0 1 0,1 1 0,36 1 0,-29 1 0,0-1 0,34-7 0,266-60 0,-273 61 0,0 3 0,1 2 0,74 6 0,-17 0 0,129-3 0,-238-1-136,-1 0-1,0 0 1,0 0-1,0-1 1,0 0-1,-1-1 1,1 0-1,-1 0 0,10-5 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8:51.689"/>
    </inkml:context>
    <inkml:brush xml:id="br0">
      <inkml:brushProperty name="width" value="0.35" units="cm"/>
      <inkml:brushProperty name="height" value="0.35" units="cm"/>
      <inkml:brushProperty name="color" value="#FFFFFF"/>
    </inkml:brush>
  </inkml:definitions>
  <inkml:trace contextRef="#ctx0" brushRef="#br0">0 1 24539,'930'62'0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8:56.397"/>
    </inkml:context>
    <inkml:brush xml:id="br0">
      <inkml:brushProperty name="width" value="0.35" units="cm"/>
      <inkml:brushProperty name="height" value="0.35" units="cm"/>
      <inkml:brushProperty name="color" value="#FFFFFF"/>
    </inkml:brush>
  </inkml:definitions>
  <inkml:trace contextRef="#ctx0" brushRef="#br0">1 0 24575,'0'620'0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9:03.025"/>
    </inkml:context>
    <inkml:brush xml:id="br0">
      <inkml:brushProperty name="width" value="0.35" units="cm"/>
      <inkml:brushProperty name="height" value="0.35" units="cm"/>
      <inkml:brushProperty name="color" value="#FFFFFF"/>
    </inkml:brush>
  </inkml:definitions>
  <inkml:trace contextRef="#ctx0" brushRef="#br0">1424 123 24120,'-1423'-122'0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9:12.737"/>
    </inkml:context>
    <inkml:brush xml:id="br0">
      <inkml:brushProperty name="width" value="0.35" units="cm"/>
      <inkml:brushProperty name="height" value="0.35" units="cm"/>
      <inkml:brushProperty name="color" value="#FFFFFF"/>
    </inkml:brush>
  </inkml:definitions>
  <inkml:trace contextRef="#ctx0" brushRef="#br0">3468 0 24542,'-3468'186'0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4T00:59:21.233"/>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6154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4.png"/><Relationship Id="rId4" Type="http://schemas.openxmlformats.org/officeDocument/2006/relationships/customXml" Target="../ink/ink2.xml"/></Relationships>
</file>

<file path=ppt/slides/_rels/slide3.xml.rels><?xml version="1.0" encoding="UTF-8" standalone="yes"?>
<Relationships xmlns="http://schemas.openxmlformats.org/package/2006/relationships"><Relationship Id="rId8" Type="http://schemas.openxmlformats.org/officeDocument/2006/relationships/customXml" Target="../ink/ink6.xml"/><Relationship Id="rId3" Type="http://schemas.openxmlformats.org/officeDocument/2006/relationships/image" Target="../media/image6.png"/><Relationship Id="rId7" Type="http://schemas.openxmlformats.org/officeDocument/2006/relationships/image" Target="../media/image510.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customXml" Target="../ink/ink5.xml"/><Relationship Id="rId11" Type="http://schemas.openxmlformats.org/officeDocument/2006/relationships/image" Target="../media/image7.png"/><Relationship Id="rId5" Type="http://schemas.openxmlformats.org/officeDocument/2006/relationships/image" Target="../media/image410.png"/><Relationship Id="rId10" Type="http://schemas.openxmlformats.org/officeDocument/2006/relationships/customXml" Target="../ink/ink7.xml"/><Relationship Id="rId4" Type="http://schemas.openxmlformats.org/officeDocument/2006/relationships/customXml" Target="../ink/ink4.xml"/><Relationship Id="rId9" Type="http://schemas.openxmlformats.org/officeDocument/2006/relationships/image" Target="../media/image60.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customXml" Target="../ink/ink8.xml"/><Relationship Id="rId7" Type="http://schemas.openxmlformats.org/officeDocument/2006/relationships/customXml" Target="../ink/ink10.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customXml" Target="../ink/ink9.xml"/><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customXml" Target="../ink/ink11.xml"/></Relationships>
</file>

<file path=ppt/slides/_rels/slide5.xml.rels><?xml version="1.0" encoding="UTF-8" standalone="yes"?>
<Relationships xmlns="http://schemas.openxmlformats.org/package/2006/relationships"><Relationship Id="rId8" Type="http://schemas.openxmlformats.org/officeDocument/2006/relationships/customXml" Target="../ink/ink12.xml"/><Relationship Id="rId13" Type="http://schemas.openxmlformats.org/officeDocument/2006/relationships/image" Target="../media/image19.png"/><Relationship Id="rId18" Type="http://schemas.openxmlformats.org/officeDocument/2006/relationships/customXml" Target="../ink/ink17.xml"/><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customXml" Target="../ink/ink14.xml"/><Relationship Id="rId17" Type="http://schemas.openxmlformats.org/officeDocument/2006/relationships/image" Target="../media/image21.png"/><Relationship Id="rId2" Type="http://schemas.openxmlformats.org/officeDocument/2006/relationships/notesSlide" Target="../notesSlides/notesSlide4.xml"/><Relationship Id="rId16" Type="http://schemas.openxmlformats.org/officeDocument/2006/relationships/customXml" Target="../ink/ink16.xml"/><Relationship Id="rId1" Type="http://schemas.openxmlformats.org/officeDocument/2006/relationships/slideLayout" Target="../slideLayouts/slideLayout5.xml"/><Relationship Id="rId6" Type="http://schemas.openxmlformats.org/officeDocument/2006/relationships/image" Target="../media/image15.png"/><Relationship Id="rId11" Type="http://schemas.openxmlformats.org/officeDocument/2006/relationships/image" Target="../media/image18.png"/><Relationship Id="rId5" Type="http://schemas.openxmlformats.org/officeDocument/2006/relationships/image" Target="../media/image14.png"/><Relationship Id="rId15" Type="http://schemas.openxmlformats.org/officeDocument/2006/relationships/image" Target="../media/image20.png"/><Relationship Id="rId10" Type="http://schemas.openxmlformats.org/officeDocument/2006/relationships/customXml" Target="../ink/ink13.xml"/><Relationship Id="rId19" Type="http://schemas.openxmlformats.org/officeDocument/2006/relationships/image" Target="../media/image22.png"/><Relationship Id="rId4" Type="http://schemas.openxmlformats.org/officeDocument/2006/relationships/image" Target="../media/image13.png"/><Relationship Id="rId9" Type="http://schemas.openxmlformats.org/officeDocument/2006/relationships/image" Target="../media/image17.png"/><Relationship Id="rId14" Type="http://schemas.openxmlformats.org/officeDocument/2006/relationships/customXml" Target="../ink/ink15.xml"/></Relationships>
</file>

<file path=ppt/slides/_rels/slide6.xml.rels><?xml version="1.0" encoding="UTF-8" standalone="yes"?>
<Relationships xmlns="http://schemas.openxmlformats.org/package/2006/relationships"><Relationship Id="rId8" Type="http://schemas.openxmlformats.org/officeDocument/2006/relationships/customXml" Target="../ink/ink18.xml"/><Relationship Id="rId13" Type="http://schemas.openxmlformats.org/officeDocument/2006/relationships/image" Target="../media/image30.png"/><Relationship Id="rId18" Type="http://schemas.openxmlformats.org/officeDocument/2006/relationships/customXml" Target="../ink/ink23.xml"/><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customXml" Target="../ink/ink20.xml"/><Relationship Id="rId17" Type="http://schemas.openxmlformats.org/officeDocument/2006/relationships/image" Target="../media/image32.png"/><Relationship Id="rId2" Type="http://schemas.openxmlformats.org/officeDocument/2006/relationships/notesSlide" Target="../notesSlides/notesSlide5.xml"/><Relationship Id="rId16" Type="http://schemas.openxmlformats.org/officeDocument/2006/relationships/customXml" Target="../ink/ink22.xml"/><Relationship Id="rId1" Type="http://schemas.openxmlformats.org/officeDocument/2006/relationships/slideLayout" Target="../slideLayouts/slideLayout6.xml"/><Relationship Id="rId6" Type="http://schemas.openxmlformats.org/officeDocument/2006/relationships/image" Target="../media/image26.png"/><Relationship Id="rId11" Type="http://schemas.openxmlformats.org/officeDocument/2006/relationships/image" Target="../media/image29.png"/><Relationship Id="rId5" Type="http://schemas.openxmlformats.org/officeDocument/2006/relationships/image" Target="../media/image25.png"/><Relationship Id="rId15" Type="http://schemas.openxmlformats.org/officeDocument/2006/relationships/image" Target="../media/image31.png"/><Relationship Id="rId10" Type="http://schemas.openxmlformats.org/officeDocument/2006/relationships/customXml" Target="../ink/ink19.xml"/><Relationship Id="rId19" Type="http://schemas.openxmlformats.org/officeDocument/2006/relationships/image" Target="../media/image33.png"/><Relationship Id="rId4" Type="http://schemas.openxmlformats.org/officeDocument/2006/relationships/image" Target="../media/image24.png"/><Relationship Id="rId9" Type="http://schemas.openxmlformats.org/officeDocument/2006/relationships/image" Target="../media/image28.png"/><Relationship Id="rId14" Type="http://schemas.openxmlformats.org/officeDocument/2006/relationships/customXml" Target="../ink/ink21.xml"/></Relationships>
</file>

<file path=ppt/slides/_rels/slide7.xml.rels><?xml version="1.0" encoding="UTF-8" standalone="yes"?>
<Relationships xmlns="http://schemas.openxmlformats.org/package/2006/relationships"><Relationship Id="rId8" Type="http://schemas.openxmlformats.org/officeDocument/2006/relationships/customXml" Target="../ink/ink26.xml"/><Relationship Id="rId3" Type="http://schemas.openxmlformats.org/officeDocument/2006/relationships/image" Target="../media/image34.png"/><Relationship Id="rId7"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customXml" Target="../ink/ink25.xml"/><Relationship Id="rId11" Type="http://schemas.openxmlformats.org/officeDocument/2006/relationships/image" Target="../media/image38.png"/><Relationship Id="rId5" Type="http://schemas.openxmlformats.org/officeDocument/2006/relationships/image" Target="../media/image35.png"/><Relationship Id="rId10" Type="http://schemas.openxmlformats.org/officeDocument/2006/relationships/customXml" Target="../ink/ink27.xml"/><Relationship Id="rId4" Type="http://schemas.openxmlformats.org/officeDocument/2006/relationships/customXml" Target="../ink/ink24.xml"/><Relationship Id="rId9" Type="http://schemas.openxmlformats.org/officeDocument/2006/relationships/image" Target="../media/image37.png"/></Relationships>
</file>

<file path=ppt/slides/_rels/slide8.xml.rels><?xml version="1.0" encoding="UTF-8" standalone="yes"?>
<Relationships xmlns="http://schemas.openxmlformats.org/package/2006/relationships"><Relationship Id="rId8" Type="http://schemas.openxmlformats.org/officeDocument/2006/relationships/customXml" Target="../ink/ink30.xml"/><Relationship Id="rId13"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1.png"/><Relationship Id="rId12" Type="http://schemas.openxmlformats.org/officeDocument/2006/relationships/customXml" Target="../ink/ink32.xml"/><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customXml" Target="../ink/ink29.xml"/><Relationship Id="rId11" Type="http://schemas.openxmlformats.org/officeDocument/2006/relationships/image" Target="../media/image43.png"/><Relationship Id="rId5" Type="http://schemas.openxmlformats.org/officeDocument/2006/relationships/image" Target="../media/image40.png"/><Relationship Id="rId10" Type="http://schemas.openxmlformats.org/officeDocument/2006/relationships/customXml" Target="../ink/ink31.xml"/><Relationship Id="rId4" Type="http://schemas.openxmlformats.org/officeDocument/2006/relationships/customXml" Target="../ink/ink28.xml"/><Relationship Id="rId9" Type="http://schemas.openxmlformats.org/officeDocument/2006/relationships/image" Target="../media/image42.png"/></Relationships>
</file>

<file path=ppt/slides/_rels/slide9.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5.png"/><Relationship Id="rId7" Type="http://schemas.openxmlformats.org/officeDocument/2006/relationships/customXml" Target="../ink/ink34.xml"/><Relationship Id="rId12" Type="http://schemas.openxmlformats.org/officeDocument/2006/relationships/image" Target="../media/image50.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47.png"/><Relationship Id="rId11" Type="http://schemas.openxmlformats.org/officeDocument/2006/relationships/customXml" Target="../ink/ink36.xml"/><Relationship Id="rId5" Type="http://schemas.openxmlformats.org/officeDocument/2006/relationships/customXml" Target="../ink/ink33.xml"/><Relationship Id="rId10" Type="http://schemas.openxmlformats.org/officeDocument/2006/relationships/image" Target="../media/image49.png"/><Relationship Id="rId4" Type="http://schemas.openxmlformats.org/officeDocument/2006/relationships/image" Target="../media/image46.png"/><Relationship Id="rId9" Type="http://schemas.openxmlformats.org/officeDocument/2006/relationships/customXml" Target="../ink/ink35.xml"/></Relationships>
</file>

<file path=ppt/slides/_rels/slide10.xml.rels><?xml version="1.0" encoding="UTF-8" standalone="yes"?>
<Relationships xmlns="http://schemas.openxmlformats.org/package/2006/relationships"><Relationship Id="rId8" Type="http://schemas.openxmlformats.org/officeDocument/2006/relationships/customXml" Target="../ink/ink39.xml"/><Relationship Id="rId3" Type="http://schemas.openxmlformats.org/officeDocument/2006/relationships/image" Target="../media/image51.png"/><Relationship Id="rId7"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customXml" Target="../ink/ink38.xml"/><Relationship Id="rId11" Type="http://schemas.openxmlformats.org/officeDocument/2006/relationships/image" Target="../media/image55.png"/><Relationship Id="rId5" Type="http://schemas.openxmlformats.org/officeDocument/2006/relationships/image" Target="../media/image52.png"/><Relationship Id="rId10" Type="http://schemas.openxmlformats.org/officeDocument/2006/relationships/customXml" Target="../ink/ink40.xml"/><Relationship Id="rId4" Type="http://schemas.openxmlformats.org/officeDocument/2006/relationships/customXml" Target="../ink/ink37.xml"/><Relationship Id="rId9" Type="http://schemas.openxmlformats.org/officeDocument/2006/relationships/image" Target="../media/image54.png"/></Relationships>
</file>

<file path=ppt/slides/_rels/slide11.xml.rels><?xml version="1.0" encoding="UTF-8" standalone="yes"?>
<Relationships xmlns="http://schemas.openxmlformats.org/package/2006/relationships"><Relationship Id="rId8" Type="http://schemas.openxmlformats.org/officeDocument/2006/relationships/image" Target="../media/image510.png"/><Relationship Id="rId13" Type="http://schemas.openxmlformats.org/officeDocument/2006/relationships/customXml" Target="../ink/ink46.xml"/><Relationship Id="rId3" Type="http://schemas.openxmlformats.org/officeDocument/2006/relationships/customXml" Target="../ink/ink41.xml"/><Relationship Id="rId7" Type="http://schemas.openxmlformats.org/officeDocument/2006/relationships/customXml" Target="../ink/ink43.xml"/><Relationship Id="rId12" Type="http://schemas.openxmlformats.org/officeDocument/2006/relationships/image" Target="../media/image59.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57.png"/><Relationship Id="rId11" Type="http://schemas.openxmlformats.org/officeDocument/2006/relationships/customXml" Target="../ink/ink45.xml"/><Relationship Id="rId5" Type="http://schemas.openxmlformats.org/officeDocument/2006/relationships/customXml" Target="../ink/ink42.xml"/><Relationship Id="rId10" Type="http://schemas.openxmlformats.org/officeDocument/2006/relationships/image" Target="../media/image58.png"/><Relationship Id="rId4" Type="http://schemas.openxmlformats.org/officeDocument/2006/relationships/image" Target="../media/image56.png"/><Relationship Id="rId9" Type="http://schemas.openxmlformats.org/officeDocument/2006/relationships/customXml" Target="../ink/ink44.xml"/><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561171"/>
            <a:ext cx="7556421" cy="3265265"/>
          </a:xfrm>
          <a:prstGeom prst="rect">
            <a:avLst/>
          </a:prstGeom>
          <a:noFill/>
          <a:ln/>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Evaluating Performance and Reliability of Bulk Invoice Upload Feature</a:t>
            </a:r>
          </a:p>
          <a:p>
            <a:pPr marL="0" indent="0" algn="l">
              <a:lnSpc>
                <a:spcPts val="5550"/>
              </a:lnSpc>
              <a:buNone/>
            </a:pPr>
            <a:r>
              <a:rPr lang="en-US" sz="4450" b="1" dirty="0">
                <a:solidFill>
                  <a:srgbClr val="000000"/>
                </a:solidFill>
                <a:latin typeface="Inter Bold" pitchFamily="34" charset="0"/>
                <a:ea typeface="Inter Bold" pitchFamily="34" charset="-122"/>
              </a:rPr>
              <a:t>BATCH-DD06</a:t>
            </a:r>
            <a:endParaRPr lang="en-US" sz="4450" dirty="0"/>
          </a:p>
        </p:txBody>
      </p:sp>
      <p:sp>
        <p:nvSpPr>
          <p:cNvPr id="4" name="Text 1"/>
          <p:cNvSpPr/>
          <p:nvPr/>
        </p:nvSpPr>
        <p:spPr>
          <a:xfrm>
            <a:off x="793790" y="5166598"/>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Load Testing Case Study</a:t>
            </a:r>
            <a:endParaRPr lang="en-US" sz="1750" dirty="0"/>
          </a:p>
        </p:txBody>
      </p:sp>
      <p:graphicFrame>
        <p:nvGraphicFramePr>
          <p:cNvPr id="8" name="Table 7">
            <a:extLst>
              <a:ext uri="{FF2B5EF4-FFF2-40B4-BE49-F238E27FC236}">
                <a16:creationId xmlns:a16="http://schemas.microsoft.com/office/drawing/2014/main" id="{1E4E3866-E202-39F8-8960-9D28D1279460}"/>
              </a:ext>
            </a:extLst>
          </p:cNvPr>
          <p:cNvGraphicFramePr>
            <a:graphicFrameLocks noGrp="1"/>
          </p:cNvGraphicFramePr>
          <p:nvPr>
            <p:extLst>
              <p:ext uri="{D42A27DB-BD31-4B8C-83A1-F6EECF244321}">
                <p14:modId xmlns:p14="http://schemas.microsoft.com/office/powerpoint/2010/main" val="450083709"/>
              </p:ext>
            </p:extLst>
          </p:nvPr>
        </p:nvGraphicFramePr>
        <p:xfrm>
          <a:off x="466726" y="5705475"/>
          <a:ext cx="5019676" cy="1943100"/>
        </p:xfrm>
        <a:graphic>
          <a:graphicData uri="http://schemas.openxmlformats.org/drawingml/2006/table">
            <a:tbl>
              <a:tblPr/>
              <a:tblGrid>
                <a:gridCol w="1393422">
                  <a:extLst>
                    <a:ext uri="{9D8B030D-6E8A-4147-A177-3AD203B41FA5}">
                      <a16:colId xmlns:a16="http://schemas.microsoft.com/office/drawing/2014/main" val="471671014"/>
                    </a:ext>
                  </a:extLst>
                </a:gridCol>
                <a:gridCol w="3626254">
                  <a:extLst>
                    <a:ext uri="{9D8B030D-6E8A-4147-A177-3AD203B41FA5}">
                      <a16:colId xmlns:a16="http://schemas.microsoft.com/office/drawing/2014/main" val="2175680610"/>
                    </a:ext>
                  </a:extLst>
                </a:gridCol>
              </a:tblGrid>
              <a:tr h="485775">
                <a:tc>
                  <a:txBody>
                    <a:bodyPr/>
                    <a:lstStyle/>
                    <a:p>
                      <a:pPr algn="ctr" fontAlgn="ctr">
                        <a:buNone/>
                      </a:pPr>
                      <a:r>
                        <a:rPr lang="en-IN" sz="1100" b="0" i="0" u="none" strike="noStrike">
                          <a:solidFill>
                            <a:srgbClr val="000000"/>
                          </a:solidFill>
                          <a:effectLst/>
                          <a:latin typeface="Aptos Narrow" panose="020B0004020202020204" pitchFamily="34" charset="0"/>
                        </a:rPr>
                        <a:t>2300030886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ctr">
                        <a:buNone/>
                      </a:pPr>
                      <a:r>
                        <a:rPr lang="en-IN" sz="1100" b="0" i="0" u="none" strike="noStrike">
                          <a:solidFill>
                            <a:srgbClr val="000000"/>
                          </a:solidFill>
                          <a:effectLst/>
                          <a:latin typeface="Aptos Narrow" panose="020B0004020202020204" pitchFamily="34" charset="0"/>
                        </a:rPr>
                        <a:t>MODEKURTY SRI HARSHA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extLst>
                  <a:ext uri="{0D108BD9-81ED-4DB2-BD59-A6C34878D82A}">
                    <a16:rowId xmlns:a16="http://schemas.microsoft.com/office/drawing/2014/main" val="2608004976"/>
                  </a:ext>
                </a:extLst>
              </a:tr>
              <a:tr h="485775">
                <a:tc>
                  <a:txBody>
                    <a:bodyPr/>
                    <a:lstStyle/>
                    <a:p>
                      <a:pPr algn="ctr" fontAlgn="ctr">
                        <a:buNone/>
                      </a:pPr>
                      <a:r>
                        <a:rPr lang="en-IN" sz="1100" b="0" i="0" u="none" strike="noStrike">
                          <a:solidFill>
                            <a:srgbClr val="000000"/>
                          </a:solidFill>
                          <a:effectLst/>
                          <a:latin typeface="Aptos Narrow" panose="020B0004020202020204" pitchFamily="34" charset="0"/>
                        </a:rPr>
                        <a:t>2300030952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ctr">
                        <a:buNone/>
                      </a:pPr>
                      <a:r>
                        <a:rPr lang="en-IN" sz="1100" b="0" i="0" u="none" strike="noStrike" dirty="0">
                          <a:solidFill>
                            <a:srgbClr val="000000"/>
                          </a:solidFill>
                          <a:effectLst/>
                          <a:latin typeface="Aptos Narrow" panose="020B0004020202020204" pitchFamily="34" charset="0"/>
                        </a:rPr>
                        <a:t>JONNADULA  RAKESH  HANUMAN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extLst>
                  <a:ext uri="{0D108BD9-81ED-4DB2-BD59-A6C34878D82A}">
                    <a16:rowId xmlns:a16="http://schemas.microsoft.com/office/drawing/2014/main" val="4132407364"/>
                  </a:ext>
                </a:extLst>
              </a:tr>
              <a:tr h="485775">
                <a:tc>
                  <a:txBody>
                    <a:bodyPr/>
                    <a:lstStyle/>
                    <a:p>
                      <a:pPr algn="ctr" fontAlgn="ctr">
                        <a:buNone/>
                      </a:pPr>
                      <a:r>
                        <a:rPr lang="en-IN" sz="1100" b="0" i="0" u="none" strike="noStrike">
                          <a:solidFill>
                            <a:srgbClr val="000000"/>
                          </a:solidFill>
                          <a:effectLst/>
                          <a:latin typeface="Aptos Narrow" panose="020B0004020202020204" pitchFamily="34" charset="0"/>
                        </a:rPr>
                        <a:t>2300031076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ctr">
                        <a:buNone/>
                      </a:pPr>
                      <a:r>
                        <a:rPr lang="en-IN" sz="1100" b="0" i="0" u="none" strike="noStrike" dirty="0">
                          <a:solidFill>
                            <a:srgbClr val="000000"/>
                          </a:solidFill>
                          <a:effectLst/>
                          <a:latin typeface="Aptos Narrow" panose="020B0004020202020204" pitchFamily="34" charset="0"/>
                        </a:rPr>
                        <a:t>YAKKANTI  SAI HAVINASH  REDDY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extLst>
                  <a:ext uri="{0D108BD9-81ED-4DB2-BD59-A6C34878D82A}">
                    <a16:rowId xmlns:a16="http://schemas.microsoft.com/office/drawing/2014/main" val="3894226605"/>
                  </a:ext>
                </a:extLst>
              </a:tr>
              <a:tr h="485775">
                <a:tc>
                  <a:txBody>
                    <a:bodyPr/>
                    <a:lstStyle/>
                    <a:p>
                      <a:pPr algn="ctr" fontAlgn="ctr">
                        <a:buNone/>
                      </a:pPr>
                      <a:r>
                        <a:rPr lang="en-IN" sz="1100" b="0" i="0" u="none" strike="noStrike">
                          <a:solidFill>
                            <a:srgbClr val="000000"/>
                          </a:solidFill>
                          <a:effectLst/>
                          <a:latin typeface="Aptos Narrow" panose="020B0004020202020204" pitchFamily="34" charset="0"/>
                        </a:rPr>
                        <a:t>2300031107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ctr">
                        <a:buNone/>
                      </a:pPr>
                      <a:r>
                        <a:rPr lang="en-IN" sz="1100" b="0" i="0" u="none" strike="noStrike" dirty="0">
                          <a:solidFill>
                            <a:srgbClr val="000000"/>
                          </a:solidFill>
                          <a:effectLst/>
                          <a:latin typeface="Aptos Narrow" panose="020B0004020202020204" pitchFamily="34" charset="0"/>
                        </a:rPr>
                        <a:t>BOMMIDI  VENKATA SAI  AMAR NADH</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extLst>
                  <a:ext uri="{0D108BD9-81ED-4DB2-BD59-A6C34878D82A}">
                    <a16:rowId xmlns:a16="http://schemas.microsoft.com/office/drawing/2014/main" val="3812797837"/>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552CCE7-15DF-5932-8B1B-5FB1BFF5E1AB}"/>
              </a:ext>
            </a:extLst>
          </p:cNvPr>
          <p:cNvSpPr txBox="1"/>
          <p:nvPr/>
        </p:nvSpPr>
        <p:spPr>
          <a:xfrm>
            <a:off x="2629365" y="1438275"/>
            <a:ext cx="8667749" cy="5940088"/>
          </a:xfrm>
          <a:prstGeom prst="rect">
            <a:avLst/>
          </a:prstGeom>
          <a:noFill/>
        </p:spPr>
        <p:txBody>
          <a:bodyPr wrap="square">
            <a:spAutoFit/>
          </a:bodyPr>
          <a:lstStyle/>
          <a:p>
            <a:pPr algn="just"/>
            <a:r>
              <a:rPr lang="en-US" sz="2000" dirty="0"/>
              <a:t>Bulk invoice upload is a crucial feature in contemporary enterprise systems because of the daily processing of high volumes of financial transactions, including invoices. Maintaining operational dependability, data accuracy, and business continuity requires that this feature function effectively under high load. Inadequate performance in this area may lead to inconsistent records, delayed processing, and unhappy stakeholders. Therefore, to verify system behavior under various workload conditions, systematic performance and reliability testing is essential. This research emphasizes how the bulk invoice upload feature's performance and reliability are to be evaluated using load testing methods to mimic real world workloads. The approach includes leveraging specialist performance testing tools like Apache JMeter or Locust to mimic controlled invoice upload traffic. Varying levels of loads, from low batches of invoices to thousands, are used to observe how the system reacts both under standard and peak loads. Performance metrics like system response time, throughput, and error rate are measured to identify efficiency and stability. Resource utilization parameters like CPU usage, memory utilization, and database query performance are also tracked by leveraging integrated tools like Grafana and Prometheus. This two-pronged approach of application performance testing and infrastructure monitoring gives an overall idea about the behavior of the system. </a:t>
            </a:r>
            <a:endParaRPr lang="en-IN" sz="2000" dirty="0"/>
          </a:p>
        </p:txBody>
      </p:sp>
      <p:sp>
        <p:nvSpPr>
          <p:cNvPr id="7" name="TextBox 6">
            <a:extLst>
              <a:ext uri="{FF2B5EF4-FFF2-40B4-BE49-F238E27FC236}">
                <a16:creationId xmlns:a16="http://schemas.microsoft.com/office/drawing/2014/main" id="{00FB8CAD-0337-7DD5-40BF-4B739C317CF0}"/>
              </a:ext>
            </a:extLst>
          </p:cNvPr>
          <p:cNvSpPr txBox="1"/>
          <p:nvPr/>
        </p:nvSpPr>
        <p:spPr>
          <a:xfrm>
            <a:off x="5810250" y="634484"/>
            <a:ext cx="7315200" cy="507831"/>
          </a:xfrm>
          <a:prstGeom prst="rect">
            <a:avLst/>
          </a:prstGeom>
          <a:noFill/>
        </p:spPr>
        <p:txBody>
          <a:bodyPr wrap="square">
            <a:spAutoFit/>
          </a:bodyPr>
          <a:lstStyle/>
          <a:p>
            <a:r>
              <a:rPr lang="en-IN" sz="2700" dirty="0"/>
              <a:t>ABSTRACT </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787C455-9316-3520-709C-8F1DA8D2A290}"/>
                  </a:ext>
                </a:extLst>
              </p14:cNvPr>
              <p14:cNvContentPartPr/>
              <p14:nvPr/>
            </p14:nvContentPartPr>
            <p14:xfrm>
              <a:off x="14161838" y="7997883"/>
              <a:ext cx="11880" cy="86760"/>
            </p14:xfrm>
          </p:contentPart>
        </mc:Choice>
        <mc:Fallback xmlns="">
          <p:pic>
            <p:nvPicPr>
              <p:cNvPr id="2" name="Ink 1">
                <a:extLst>
                  <a:ext uri="{FF2B5EF4-FFF2-40B4-BE49-F238E27FC236}">
                    <a16:creationId xmlns:a16="http://schemas.microsoft.com/office/drawing/2014/main" id="{D787C455-9316-3520-709C-8F1DA8D2A290}"/>
                  </a:ext>
                </a:extLst>
              </p:cNvPr>
              <p:cNvPicPr/>
              <p:nvPr/>
            </p:nvPicPr>
            <p:blipFill>
              <a:blip r:embed="rId3"/>
              <a:stretch>
                <a:fillRect/>
              </a:stretch>
            </p:blipFill>
            <p:spPr>
              <a:xfrm>
                <a:off x="14099198" y="7935243"/>
                <a:ext cx="13752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8F8CF6B5-87F7-C9F4-6B67-A458653FF8A1}"/>
                  </a:ext>
                </a:extLst>
              </p14:cNvPr>
              <p14:cNvContentPartPr/>
              <p14:nvPr/>
            </p14:nvContentPartPr>
            <p14:xfrm>
              <a:off x="12968438" y="7846683"/>
              <a:ext cx="1429560" cy="185400"/>
            </p14:xfrm>
          </p:contentPart>
        </mc:Choice>
        <mc:Fallback xmlns="">
          <p:pic>
            <p:nvPicPr>
              <p:cNvPr id="6" name="Ink 5">
                <a:extLst>
                  <a:ext uri="{FF2B5EF4-FFF2-40B4-BE49-F238E27FC236}">
                    <a16:creationId xmlns:a16="http://schemas.microsoft.com/office/drawing/2014/main" id="{8F8CF6B5-87F7-C9F4-6B67-A458653FF8A1}"/>
                  </a:ext>
                </a:extLst>
              </p:cNvPr>
              <p:cNvPicPr/>
              <p:nvPr/>
            </p:nvPicPr>
            <p:blipFill>
              <a:blip r:embed="rId5"/>
              <a:stretch>
                <a:fillRect/>
              </a:stretch>
            </p:blipFill>
            <p:spPr>
              <a:xfrm>
                <a:off x="12905438" y="7784043"/>
                <a:ext cx="155520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3840163E-802A-2EB6-620D-5F05D683FAB1}"/>
                  </a:ext>
                </a:extLst>
              </p14:cNvPr>
              <p14:cNvContentPartPr/>
              <p14:nvPr/>
            </p14:nvContentPartPr>
            <p14:xfrm>
              <a:off x="13000478" y="7781163"/>
              <a:ext cx="1526760" cy="358560"/>
            </p14:xfrm>
          </p:contentPart>
        </mc:Choice>
        <mc:Fallback xmlns="">
          <p:pic>
            <p:nvPicPr>
              <p:cNvPr id="8" name="Ink 7">
                <a:extLst>
                  <a:ext uri="{FF2B5EF4-FFF2-40B4-BE49-F238E27FC236}">
                    <a16:creationId xmlns:a16="http://schemas.microsoft.com/office/drawing/2014/main" id="{3840163E-802A-2EB6-620D-5F05D683FAB1}"/>
                  </a:ext>
                </a:extLst>
              </p:cNvPr>
              <p:cNvPicPr/>
              <p:nvPr/>
            </p:nvPicPr>
            <p:blipFill>
              <a:blip r:embed="rId7"/>
              <a:stretch>
                <a:fillRect/>
              </a:stretch>
            </p:blipFill>
            <p:spPr>
              <a:xfrm>
                <a:off x="12937838" y="7718163"/>
                <a:ext cx="1652400" cy="484200"/>
              </a:xfrm>
              <a:prstGeom prst="rect">
                <a:avLst/>
              </a:prstGeom>
            </p:spPr>
          </p:pic>
        </mc:Fallback>
      </mc:AlternateContent>
    </p:spTree>
    <p:extLst>
      <p:ext uri="{BB962C8B-B14F-4D97-AF65-F5344CB8AC3E}">
        <p14:creationId xmlns:p14="http://schemas.microsoft.com/office/powerpoint/2010/main" val="2711033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77572" y="453747"/>
            <a:ext cx="6120170" cy="412552"/>
          </a:xfrm>
          <a:prstGeom prst="rect">
            <a:avLst/>
          </a:prstGeom>
          <a:noFill/>
          <a:ln/>
        </p:spPr>
        <p:txBody>
          <a:bodyPr wrap="none" lIns="0" tIns="0" rIns="0" bIns="0" rtlCol="0" anchor="t"/>
          <a:lstStyle/>
          <a:p>
            <a:pPr marL="0" indent="0" algn="l">
              <a:lnSpc>
                <a:spcPts val="3200"/>
              </a:lnSpc>
              <a:buNone/>
            </a:pPr>
            <a:r>
              <a:rPr lang="en-US" sz="2550" b="1" dirty="0">
                <a:solidFill>
                  <a:srgbClr val="000000"/>
                </a:solidFill>
                <a:latin typeface="Inter Bold" pitchFamily="34" charset="0"/>
                <a:ea typeface="Inter Bold" pitchFamily="34" charset="-122"/>
                <a:cs typeface="Inter Bold" pitchFamily="34" charset="-120"/>
              </a:rPr>
              <a:t>The Criticality of Bulk Invoice Uploads</a:t>
            </a:r>
            <a:endParaRPr lang="en-US" sz="2550" dirty="0"/>
          </a:p>
        </p:txBody>
      </p:sp>
      <p:sp>
        <p:nvSpPr>
          <p:cNvPr id="3" name="Text 1"/>
          <p:cNvSpPr/>
          <p:nvPr/>
        </p:nvSpPr>
        <p:spPr>
          <a:xfrm>
            <a:off x="577572" y="1196340"/>
            <a:ext cx="13475256" cy="263962"/>
          </a:xfrm>
          <a:prstGeom prst="rect">
            <a:avLst/>
          </a:prstGeom>
          <a:noFill/>
          <a:ln/>
        </p:spPr>
        <p:txBody>
          <a:bodyPr wrap="none" lIns="0" tIns="0" rIns="0" bIns="0" rtlCol="0" anchor="t"/>
          <a:lstStyle/>
          <a:p>
            <a:pPr marL="0" indent="0" algn="l">
              <a:lnSpc>
                <a:spcPts val="2050"/>
              </a:lnSpc>
              <a:buNone/>
            </a:pPr>
            <a:r>
              <a:rPr lang="en-US" sz="1600" dirty="0">
                <a:solidFill>
                  <a:srgbClr val="272525"/>
                </a:solidFill>
                <a:latin typeface="Inter" pitchFamily="34" charset="0"/>
                <a:ea typeface="Inter" pitchFamily="34" charset="-122"/>
                <a:cs typeface="Inter" pitchFamily="34" charset="-120"/>
              </a:rPr>
              <a:t>In enterprise environments, bulk invoice upload features are fundamental for efficient financial operations. Untested, they pose significant risks:</a:t>
            </a:r>
            <a:endParaRPr lang="en-US" sz="1600" dirty="0"/>
          </a:p>
        </p:txBody>
      </p:sp>
      <p:sp>
        <p:nvSpPr>
          <p:cNvPr id="4" name="Text 2"/>
          <p:cNvSpPr/>
          <p:nvPr/>
        </p:nvSpPr>
        <p:spPr>
          <a:xfrm>
            <a:off x="577572" y="1645920"/>
            <a:ext cx="13475256" cy="263962"/>
          </a:xfrm>
          <a:prstGeom prst="rect">
            <a:avLst/>
          </a:prstGeom>
          <a:noFill/>
          <a:ln/>
        </p:spPr>
        <p:txBody>
          <a:bodyPr wrap="none" lIns="0" tIns="0" rIns="0" bIns="0" rtlCol="0" anchor="t"/>
          <a:lstStyle/>
          <a:p>
            <a:pPr marL="342900" indent="-342900" algn="l">
              <a:lnSpc>
                <a:spcPts val="2050"/>
              </a:lnSpc>
              <a:buSzPct val="100000"/>
              <a:buChar char="•"/>
            </a:pPr>
            <a:r>
              <a:rPr lang="en-US" sz="1600" dirty="0">
                <a:solidFill>
                  <a:srgbClr val="272525"/>
                </a:solidFill>
                <a:latin typeface="Inter" pitchFamily="34" charset="0"/>
                <a:ea typeface="Inter" pitchFamily="34" charset="-122"/>
                <a:cs typeface="Inter" pitchFamily="34" charset="-120"/>
              </a:rPr>
              <a:t>Data processing delays impact cash flow and reporting.</a:t>
            </a:r>
            <a:endParaRPr lang="en-US" sz="1600" dirty="0"/>
          </a:p>
        </p:txBody>
      </p:sp>
      <p:sp>
        <p:nvSpPr>
          <p:cNvPr id="5" name="Text 3"/>
          <p:cNvSpPr/>
          <p:nvPr/>
        </p:nvSpPr>
        <p:spPr>
          <a:xfrm>
            <a:off x="577572" y="1967627"/>
            <a:ext cx="13475256" cy="263962"/>
          </a:xfrm>
          <a:prstGeom prst="rect">
            <a:avLst/>
          </a:prstGeom>
          <a:noFill/>
          <a:ln/>
        </p:spPr>
        <p:txBody>
          <a:bodyPr wrap="none" lIns="0" tIns="0" rIns="0" bIns="0" rtlCol="0" anchor="t"/>
          <a:lstStyle/>
          <a:p>
            <a:pPr marL="342900" indent="-342900" algn="l">
              <a:lnSpc>
                <a:spcPts val="2050"/>
              </a:lnSpc>
              <a:buSzPct val="100000"/>
              <a:buChar char="•"/>
            </a:pPr>
            <a:r>
              <a:rPr lang="en-US" sz="1600" dirty="0">
                <a:solidFill>
                  <a:srgbClr val="272525"/>
                </a:solidFill>
                <a:latin typeface="Inter" pitchFamily="34" charset="0"/>
                <a:ea typeface="Inter" pitchFamily="34" charset="-122"/>
                <a:cs typeface="Inter" pitchFamily="34" charset="-120"/>
              </a:rPr>
              <a:t>System instability leads to financial discrepancies and operational downtime.</a:t>
            </a:r>
            <a:endParaRPr lang="en-US" sz="1600" dirty="0"/>
          </a:p>
        </p:txBody>
      </p:sp>
      <p:sp>
        <p:nvSpPr>
          <p:cNvPr id="6" name="Text 4"/>
          <p:cNvSpPr/>
          <p:nvPr/>
        </p:nvSpPr>
        <p:spPr>
          <a:xfrm>
            <a:off x="577572" y="2289334"/>
            <a:ext cx="13475256" cy="263962"/>
          </a:xfrm>
          <a:prstGeom prst="rect">
            <a:avLst/>
          </a:prstGeom>
          <a:noFill/>
          <a:ln/>
        </p:spPr>
        <p:txBody>
          <a:bodyPr wrap="none" lIns="0" tIns="0" rIns="0" bIns="0" rtlCol="0" anchor="t"/>
          <a:lstStyle/>
          <a:p>
            <a:pPr marL="342900" indent="-342900" algn="l">
              <a:lnSpc>
                <a:spcPts val="2050"/>
              </a:lnSpc>
              <a:buSzPct val="100000"/>
              <a:buChar char="•"/>
            </a:pPr>
            <a:r>
              <a:rPr lang="en-US" sz="1600" dirty="0">
                <a:solidFill>
                  <a:srgbClr val="272525"/>
                </a:solidFill>
                <a:latin typeface="Inter" pitchFamily="34" charset="0"/>
                <a:ea typeface="Inter" pitchFamily="34" charset="-122"/>
                <a:cs typeface="Inter" pitchFamily="34" charset="-120"/>
              </a:rPr>
              <a:t>Poor performance erodes user trust and increases manual intervention.</a:t>
            </a:r>
            <a:endParaRPr lang="en-US" sz="1600" dirty="0"/>
          </a:p>
        </p:txBody>
      </p:sp>
      <p:pic>
        <p:nvPicPr>
          <p:cNvPr id="7" name="Image 0" descr="preencoded.png"/>
          <p:cNvPicPr>
            <a:picLocks noChangeAspect="1"/>
          </p:cNvPicPr>
          <p:nvPr/>
        </p:nvPicPr>
        <p:blipFill>
          <a:blip r:embed="rId3"/>
          <a:stretch>
            <a:fillRect/>
          </a:stretch>
        </p:blipFill>
        <p:spPr>
          <a:xfrm>
            <a:off x="240028" y="2553296"/>
            <a:ext cx="13364170" cy="5762982"/>
          </a:xfrm>
          <a:prstGeom prst="rect">
            <a:avLst/>
          </a:prstGeom>
        </p:spPr>
      </p:pic>
      <p:sp>
        <p:nvSpPr>
          <p:cNvPr id="8" name="Text 5"/>
          <p:cNvSpPr/>
          <p:nvPr/>
        </p:nvSpPr>
        <p:spPr>
          <a:xfrm>
            <a:off x="1532281" y="7409019"/>
            <a:ext cx="3031903" cy="378988"/>
          </a:xfrm>
          <a:prstGeom prst="rect">
            <a:avLst/>
          </a:prstGeom>
          <a:noFill/>
          <a:ln/>
        </p:spPr>
        <p:txBody>
          <a:bodyPr wrap="none" lIns="0" tIns="0" rIns="0" bIns="0" rtlCol="0" anchor="t"/>
          <a:lstStyle/>
          <a:p>
            <a:pPr marL="0" indent="0" algn="l">
              <a:lnSpc>
                <a:spcPts val="1650"/>
              </a:lnSpc>
              <a:buNone/>
            </a:pPr>
            <a:r>
              <a:rPr lang="en-US" sz="1350" b="1" dirty="0">
                <a:solidFill>
                  <a:srgbClr val="FFFFFF"/>
                </a:solidFill>
                <a:latin typeface="Inter Bold" pitchFamily="34" charset="0"/>
                <a:ea typeface="Inter Bold" pitchFamily="34" charset="-122"/>
                <a:cs typeface="Inter Bold" pitchFamily="34" charset="-120"/>
              </a:rPr>
              <a:t>Generate Reports</a:t>
            </a:r>
            <a:endParaRPr lang="en-US" sz="1350" dirty="0"/>
          </a:p>
        </p:txBody>
      </p:sp>
      <p:sp>
        <p:nvSpPr>
          <p:cNvPr id="9" name="Text 6"/>
          <p:cNvSpPr/>
          <p:nvPr/>
        </p:nvSpPr>
        <p:spPr>
          <a:xfrm>
            <a:off x="1532281" y="6074982"/>
            <a:ext cx="3031903" cy="378988"/>
          </a:xfrm>
          <a:prstGeom prst="rect">
            <a:avLst/>
          </a:prstGeom>
          <a:noFill/>
          <a:ln/>
        </p:spPr>
        <p:txBody>
          <a:bodyPr wrap="none" lIns="0" tIns="0" rIns="0" bIns="0" rtlCol="0" anchor="t"/>
          <a:lstStyle/>
          <a:p>
            <a:pPr marL="0" indent="0" algn="l">
              <a:lnSpc>
                <a:spcPts val="1650"/>
              </a:lnSpc>
              <a:buNone/>
            </a:pPr>
            <a:r>
              <a:rPr lang="en-US" sz="1350" b="1" dirty="0">
                <a:solidFill>
                  <a:srgbClr val="FFFFFF"/>
                </a:solidFill>
                <a:latin typeface="Inter Bold" pitchFamily="34" charset="0"/>
                <a:ea typeface="Inter Bold" pitchFamily="34" charset="-122"/>
                <a:cs typeface="Inter Bold" pitchFamily="34" charset="-120"/>
              </a:rPr>
              <a:t>Database Store</a:t>
            </a:r>
            <a:endParaRPr lang="en-US" sz="1350" dirty="0"/>
          </a:p>
        </p:txBody>
      </p:sp>
      <p:sp>
        <p:nvSpPr>
          <p:cNvPr id="10" name="Text 7"/>
          <p:cNvSpPr/>
          <p:nvPr/>
        </p:nvSpPr>
        <p:spPr>
          <a:xfrm>
            <a:off x="1532281" y="4754420"/>
            <a:ext cx="3031903" cy="378988"/>
          </a:xfrm>
          <a:prstGeom prst="rect">
            <a:avLst/>
          </a:prstGeom>
          <a:noFill/>
          <a:ln/>
        </p:spPr>
        <p:txBody>
          <a:bodyPr wrap="none" lIns="0" tIns="0" rIns="0" bIns="0" rtlCol="0" anchor="t"/>
          <a:lstStyle/>
          <a:p>
            <a:pPr marL="0" indent="0" algn="l">
              <a:lnSpc>
                <a:spcPts val="1650"/>
              </a:lnSpc>
              <a:buNone/>
            </a:pPr>
            <a:r>
              <a:rPr lang="en-US" sz="1350" b="1" dirty="0">
                <a:solidFill>
                  <a:srgbClr val="FFFFFF"/>
                </a:solidFill>
                <a:latin typeface="Inter Bold" pitchFamily="34" charset="0"/>
                <a:ea typeface="Inter Bold" pitchFamily="34" charset="-122"/>
                <a:cs typeface="Inter Bold" pitchFamily="34" charset="-120"/>
              </a:rPr>
              <a:t>App Processes</a:t>
            </a:r>
            <a:endParaRPr lang="en-US" sz="1350" dirty="0"/>
          </a:p>
        </p:txBody>
      </p:sp>
      <p:sp>
        <p:nvSpPr>
          <p:cNvPr id="11" name="Text 8"/>
          <p:cNvSpPr/>
          <p:nvPr/>
        </p:nvSpPr>
        <p:spPr>
          <a:xfrm>
            <a:off x="1532281" y="3420382"/>
            <a:ext cx="3031903" cy="378988"/>
          </a:xfrm>
          <a:prstGeom prst="rect">
            <a:avLst/>
          </a:prstGeom>
          <a:noFill/>
          <a:ln/>
        </p:spPr>
        <p:txBody>
          <a:bodyPr wrap="none" lIns="0" tIns="0" rIns="0" bIns="0" rtlCol="0" anchor="t"/>
          <a:lstStyle/>
          <a:p>
            <a:pPr marL="0" indent="0" algn="l">
              <a:lnSpc>
                <a:spcPts val="1650"/>
              </a:lnSpc>
              <a:buNone/>
            </a:pPr>
            <a:r>
              <a:rPr lang="en-US" sz="1350" b="1" dirty="0">
                <a:solidFill>
                  <a:srgbClr val="FFFFFF"/>
                </a:solidFill>
                <a:latin typeface="Inter Bold" pitchFamily="34" charset="0"/>
                <a:ea typeface="Inter Bold" pitchFamily="34" charset="-122"/>
                <a:cs typeface="Inter Bold" pitchFamily="34" charset="-120"/>
              </a:rPr>
              <a:t>User Uploads</a:t>
            </a:r>
            <a:endParaRPr lang="en-US" sz="1350" dirty="0"/>
          </a:p>
        </p:txBody>
      </p:sp>
      <p:sp>
        <p:nvSpPr>
          <p:cNvPr id="12" name="Rectangle 11">
            <a:extLst>
              <a:ext uri="{FF2B5EF4-FFF2-40B4-BE49-F238E27FC236}">
                <a16:creationId xmlns:a16="http://schemas.microsoft.com/office/drawing/2014/main" id="{F3548F5E-7E6E-1475-1CA0-7643F9E5969A}"/>
              </a:ext>
            </a:extLst>
          </p:cNvPr>
          <p:cNvSpPr/>
          <p:nvPr/>
        </p:nvSpPr>
        <p:spPr>
          <a:xfrm>
            <a:off x="12846205" y="7805854"/>
            <a:ext cx="1650380" cy="26762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985BACFA-BCCC-6347-7BB1-372589520B78}"/>
                  </a:ext>
                </a:extLst>
              </p14:cNvPr>
              <p14:cNvContentPartPr/>
              <p14:nvPr/>
            </p14:nvContentPartPr>
            <p14:xfrm>
              <a:off x="12890678" y="7793350"/>
              <a:ext cx="1524600" cy="79920"/>
            </p14:xfrm>
          </p:contentPart>
        </mc:Choice>
        <mc:Fallback xmlns="">
          <p:pic>
            <p:nvPicPr>
              <p:cNvPr id="13" name="Ink 12">
                <a:extLst>
                  <a:ext uri="{FF2B5EF4-FFF2-40B4-BE49-F238E27FC236}">
                    <a16:creationId xmlns:a16="http://schemas.microsoft.com/office/drawing/2014/main" id="{985BACFA-BCCC-6347-7BB1-372589520B78}"/>
                  </a:ext>
                </a:extLst>
              </p:cNvPr>
              <p:cNvPicPr/>
              <p:nvPr/>
            </p:nvPicPr>
            <p:blipFill>
              <a:blip r:embed="rId5"/>
              <a:stretch>
                <a:fillRect/>
              </a:stretch>
            </p:blipFill>
            <p:spPr>
              <a:xfrm>
                <a:off x="12827678" y="7730350"/>
                <a:ext cx="165024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FCC9B693-AF21-607E-20B9-5AC0B51674D5}"/>
                  </a:ext>
                </a:extLst>
              </p14:cNvPr>
              <p14:cNvContentPartPr/>
              <p14:nvPr/>
            </p14:nvContentPartPr>
            <p14:xfrm>
              <a:off x="14440478" y="7794790"/>
              <a:ext cx="720" cy="223200"/>
            </p14:xfrm>
          </p:contentPart>
        </mc:Choice>
        <mc:Fallback xmlns="">
          <p:pic>
            <p:nvPicPr>
              <p:cNvPr id="15" name="Ink 14">
                <a:extLst>
                  <a:ext uri="{FF2B5EF4-FFF2-40B4-BE49-F238E27FC236}">
                    <a16:creationId xmlns:a16="http://schemas.microsoft.com/office/drawing/2014/main" id="{FCC9B693-AF21-607E-20B9-5AC0B51674D5}"/>
                  </a:ext>
                </a:extLst>
              </p:cNvPr>
              <p:cNvPicPr/>
              <p:nvPr/>
            </p:nvPicPr>
            <p:blipFill>
              <a:blip r:embed="rId7"/>
              <a:stretch>
                <a:fillRect/>
              </a:stretch>
            </p:blipFill>
            <p:spPr>
              <a:xfrm>
                <a:off x="14314478" y="7731790"/>
                <a:ext cx="252000" cy="348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8" name="Ink 17">
                <a:extLst>
                  <a:ext uri="{FF2B5EF4-FFF2-40B4-BE49-F238E27FC236}">
                    <a16:creationId xmlns:a16="http://schemas.microsoft.com/office/drawing/2014/main" id="{1F8A0B57-F6FA-50A7-BDC3-8942044575B7}"/>
                  </a:ext>
                </a:extLst>
              </p14:cNvPr>
              <p14:cNvContentPartPr/>
              <p14:nvPr/>
            </p14:nvContentPartPr>
            <p14:xfrm>
              <a:off x="12890318" y="8062270"/>
              <a:ext cx="1427760" cy="720"/>
            </p14:xfrm>
          </p:contentPart>
        </mc:Choice>
        <mc:Fallback xmlns="">
          <p:pic>
            <p:nvPicPr>
              <p:cNvPr id="18" name="Ink 17">
                <a:extLst>
                  <a:ext uri="{FF2B5EF4-FFF2-40B4-BE49-F238E27FC236}">
                    <a16:creationId xmlns:a16="http://schemas.microsoft.com/office/drawing/2014/main" id="{1F8A0B57-F6FA-50A7-BDC3-8942044575B7}"/>
                  </a:ext>
                </a:extLst>
              </p:cNvPr>
              <p:cNvPicPr/>
              <p:nvPr/>
            </p:nvPicPr>
            <p:blipFill>
              <a:blip r:embed="rId9"/>
              <a:stretch>
                <a:fillRect/>
              </a:stretch>
            </p:blipFill>
            <p:spPr>
              <a:xfrm>
                <a:off x="12827318" y="7936270"/>
                <a:ext cx="155340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EEC57F12-FAA1-5AA1-18D9-E0F5E3790BCE}"/>
                  </a:ext>
                </a:extLst>
              </p14:cNvPr>
              <p14:cNvContentPartPr/>
              <p14:nvPr/>
            </p14:nvContentPartPr>
            <p14:xfrm>
              <a:off x="12872678" y="7992430"/>
              <a:ext cx="18360" cy="36360"/>
            </p14:xfrm>
          </p:contentPart>
        </mc:Choice>
        <mc:Fallback xmlns="">
          <p:pic>
            <p:nvPicPr>
              <p:cNvPr id="19" name="Ink 18">
                <a:extLst>
                  <a:ext uri="{FF2B5EF4-FFF2-40B4-BE49-F238E27FC236}">
                    <a16:creationId xmlns:a16="http://schemas.microsoft.com/office/drawing/2014/main" id="{EEC57F12-FAA1-5AA1-18D9-E0F5E3790BCE}"/>
                  </a:ext>
                </a:extLst>
              </p:cNvPr>
              <p:cNvPicPr/>
              <p:nvPr/>
            </p:nvPicPr>
            <p:blipFill>
              <a:blip r:embed="rId11"/>
              <a:stretch>
                <a:fillRect/>
              </a:stretch>
            </p:blipFill>
            <p:spPr>
              <a:xfrm>
                <a:off x="12809678" y="7929790"/>
                <a:ext cx="144000" cy="16200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269212"/>
            <a:ext cx="11562040"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The Problem: Uncovering Hidden Performance Gaps</a:t>
            </a:r>
            <a:endParaRPr lang="en-US" sz="3550" dirty="0"/>
          </a:p>
        </p:txBody>
      </p:sp>
      <p:sp>
        <p:nvSpPr>
          <p:cNvPr id="3" name="Text 1"/>
          <p:cNvSpPr/>
          <p:nvPr/>
        </p:nvSpPr>
        <p:spPr>
          <a:xfrm>
            <a:off x="793790" y="328981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challenge lies in thoroughly understanding how our bulk invoice upload feature performs under stress. We need a systematic approach to:</a:t>
            </a:r>
            <a:endParaRPr lang="en-US" sz="1750" dirty="0"/>
          </a:p>
        </p:txBody>
      </p:sp>
      <p:sp>
        <p:nvSpPr>
          <p:cNvPr id="4" name="Text 2"/>
          <p:cNvSpPr/>
          <p:nvPr/>
        </p:nvSpPr>
        <p:spPr>
          <a:xfrm>
            <a:off x="793790" y="4270772"/>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Simulate realistic high-volume invoice uploads.</a:t>
            </a:r>
            <a:endParaRPr lang="en-US" sz="1750" dirty="0"/>
          </a:p>
        </p:txBody>
      </p:sp>
      <p:sp>
        <p:nvSpPr>
          <p:cNvPr id="5" name="Text 3"/>
          <p:cNvSpPr/>
          <p:nvPr/>
        </p:nvSpPr>
        <p:spPr>
          <a:xfrm>
            <a:off x="793790" y="4712970"/>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Measure performance accurately across various load conditions.</a:t>
            </a:r>
            <a:endParaRPr lang="en-US" sz="1750" dirty="0"/>
          </a:p>
        </p:txBody>
      </p:sp>
      <p:sp>
        <p:nvSpPr>
          <p:cNvPr id="6" name="Text 4"/>
          <p:cNvSpPr/>
          <p:nvPr/>
        </p:nvSpPr>
        <p:spPr>
          <a:xfrm>
            <a:off x="793790" y="515516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Identify and diagnose potential bottlenecks before they impact production.</a:t>
            </a:r>
            <a:endParaRPr lang="en-US" sz="1750" dirty="0"/>
          </a:p>
        </p:txBody>
      </p:sp>
      <p:sp>
        <p:nvSpPr>
          <p:cNvPr id="7" name="Text 5"/>
          <p:cNvSpPr/>
          <p:nvPr/>
        </p:nvSpPr>
        <p:spPr>
          <a:xfrm>
            <a:off x="793790" y="5597366"/>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Ensure the system can scale to meet future business demands.</a:t>
            </a:r>
            <a:endParaRPr lang="en-US" sz="1750" dirty="0"/>
          </a:p>
        </p:txBody>
      </p:sp>
      <p:sp>
        <p:nvSpPr>
          <p:cNvPr id="8" name="Rectangle 7">
            <a:extLst>
              <a:ext uri="{FF2B5EF4-FFF2-40B4-BE49-F238E27FC236}">
                <a16:creationId xmlns:a16="http://schemas.microsoft.com/office/drawing/2014/main" id="{F2A065E3-5D43-9330-4EDD-A057406B14F1}"/>
              </a:ext>
            </a:extLst>
          </p:cNvPr>
          <p:cNvSpPr/>
          <p:nvPr/>
        </p:nvSpPr>
        <p:spPr>
          <a:xfrm>
            <a:off x="12846205" y="7805854"/>
            <a:ext cx="1650380" cy="26762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BE53D15D-C9F4-1CC8-D145-2101BAC73E90}"/>
                  </a:ext>
                </a:extLst>
              </p14:cNvPr>
              <p14:cNvContentPartPr/>
              <p14:nvPr/>
            </p14:nvContentPartPr>
            <p14:xfrm>
              <a:off x="12626078" y="7649403"/>
              <a:ext cx="1825920" cy="281160"/>
            </p14:xfrm>
          </p:contentPart>
        </mc:Choice>
        <mc:Fallback xmlns="">
          <p:pic>
            <p:nvPicPr>
              <p:cNvPr id="9" name="Ink 8">
                <a:extLst>
                  <a:ext uri="{FF2B5EF4-FFF2-40B4-BE49-F238E27FC236}">
                    <a16:creationId xmlns:a16="http://schemas.microsoft.com/office/drawing/2014/main" id="{BE53D15D-C9F4-1CC8-D145-2101BAC73E90}"/>
                  </a:ext>
                </a:extLst>
              </p:cNvPr>
              <p:cNvPicPr/>
              <p:nvPr/>
            </p:nvPicPr>
            <p:blipFill>
              <a:blip r:embed="rId4"/>
              <a:stretch>
                <a:fillRect/>
              </a:stretch>
            </p:blipFill>
            <p:spPr>
              <a:xfrm>
                <a:off x="12563438" y="7586403"/>
                <a:ext cx="1951560" cy="406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2A64527C-BAFD-2EDD-05EC-942BCEA8B5D6}"/>
                  </a:ext>
                </a:extLst>
              </p14:cNvPr>
              <p14:cNvContentPartPr/>
              <p14:nvPr/>
            </p14:nvContentPartPr>
            <p14:xfrm>
              <a:off x="12764678" y="7887363"/>
              <a:ext cx="747000" cy="132120"/>
            </p14:xfrm>
          </p:contentPart>
        </mc:Choice>
        <mc:Fallback xmlns="">
          <p:pic>
            <p:nvPicPr>
              <p:cNvPr id="10" name="Ink 9">
                <a:extLst>
                  <a:ext uri="{FF2B5EF4-FFF2-40B4-BE49-F238E27FC236}">
                    <a16:creationId xmlns:a16="http://schemas.microsoft.com/office/drawing/2014/main" id="{2A64527C-BAFD-2EDD-05EC-942BCEA8B5D6}"/>
                  </a:ext>
                </a:extLst>
              </p:cNvPr>
              <p:cNvPicPr/>
              <p:nvPr/>
            </p:nvPicPr>
            <p:blipFill>
              <a:blip r:embed="rId6"/>
              <a:stretch>
                <a:fillRect/>
              </a:stretch>
            </p:blipFill>
            <p:spPr>
              <a:xfrm>
                <a:off x="12701678" y="7824723"/>
                <a:ext cx="87264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FFCEC3A7-E283-FE14-CBF9-6C6D59776C81}"/>
                  </a:ext>
                </a:extLst>
              </p14:cNvPr>
              <p14:cNvContentPartPr/>
              <p14:nvPr/>
            </p14:nvContentPartPr>
            <p14:xfrm>
              <a:off x="13392518" y="8006523"/>
              <a:ext cx="1071000" cy="133920"/>
            </p14:xfrm>
          </p:contentPart>
        </mc:Choice>
        <mc:Fallback xmlns="">
          <p:pic>
            <p:nvPicPr>
              <p:cNvPr id="12" name="Ink 11">
                <a:extLst>
                  <a:ext uri="{FF2B5EF4-FFF2-40B4-BE49-F238E27FC236}">
                    <a16:creationId xmlns:a16="http://schemas.microsoft.com/office/drawing/2014/main" id="{FFCEC3A7-E283-FE14-CBF9-6C6D59776C81}"/>
                  </a:ext>
                </a:extLst>
              </p:cNvPr>
              <p:cNvPicPr/>
              <p:nvPr/>
            </p:nvPicPr>
            <p:blipFill>
              <a:blip r:embed="rId8"/>
              <a:stretch>
                <a:fillRect/>
              </a:stretch>
            </p:blipFill>
            <p:spPr>
              <a:xfrm>
                <a:off x="13329878" y="7943523"/>
                <a:ext cx="119664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8A6CD34F-1618-7061-3045-C1F217F0B9FD}"/>
                  </a:ext>
                </a:extLst>
              </p14:cNvPr>
              <p14:cNvContentPartPr/>
              <p14:nvPr/>
            </p14:nvContentPartPr>
            <p14:xfrm>
              <a:off x="13180478" y="8118123"/>
              <a:ext cx="360" cy="360"/>
            </p14:xfrm>
          </p:contentPart>
        </mc:Choice>
        <mc:Fallback xmlns="">
          <p:pic>
            <p:nvPicPr>
              <p:cNvPr id="14" name="Ink 13">
                <a:extLst>
                  <a:ext uri="{FF2B5EF4-FFF2-40B4-BE49-F238E27FC236}">
                    <a16:creationId xmlns:a16="http://schemas.microsoft.com/office/drawing/2014/main" id="{8A6CD34F-1618-7061-3045-C1F217F0B9FD}"/>
                  </a:ext>
                </a:extLst>
              </p:cNvPr>
              <p:cNvPicPr/>
              <p:nvPr/>
            </p:nvPicPr>
            <p:blipFill>
              <a:blip r:embed="rId10"/>
              <a:stretch>
                <a:fillRect/>
              </a:stretch>
            </p:blipFill>
            <p:spPr>
              <a:xfrm>
                <a:off x="13117478" y="8055483"/>
                <a:ext cx="126000" cy="12600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536263"/>
            <a:ext cx="7955280"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Key Objectives: Measuring Success</a:t>
            </a:r>
            <a:endParaRPr lang="en-US" sz="3550" dirty="0"/>
          </a:p>
        </p:txBody>
      </p:sp>
      <p:sp>
        <p:nvSpPr>
          <p:cNvPr id="3" name="Text 1"/>
          <p:cNvSpPr/>
          <p:nvPr/>
        </p:nvSpPr>
        <p:spPr>
          <a:xfrm>
            <a:off x="793790" y="2556867"/>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Our performance evaluation focuses on critical metrics that define system health and user experience.</a:t>
            </a:r>
            <a:endParaRPr lang="en-US" sz="1750" dirty="0"/>
          </a:p>
        </p:txBody>
      </p:sp>
      <p:pic>
        <p:nvPicPr>
          <p:cNvPr id="4" name="Image 0" descr="preencoded.png"/>
          <p:cNvPicPr>
            <a:picLocks noChangeAspect="1"/>
          </p:cNvPicPr>
          <p:nvPr/>
        </p:nvPicPr>
        <p:blipFill>
          <a:blip r:embed="rId3"/>
          <a:stretch>
            <a:fillRect/>
          </a:stretch>
        </p:blipFill>
        <p:spPr>
          <a:xfrm>
            <a:off x="793790" y="3174921"/>
            <a:ext cx="566976" cy="566976"/>
          </a:xfrm>
          <a:prstGeom prst="rect">
            <a:avLst/>
          </a:prstGeom>
        </p:spPr>
      </p:pic>
      <p:sp>
        <p:nvSpPr>
          <p:cNvPr id="5" name="Text 2"/>
          <p:cNvSpPr/>
          <p:nvPr/>
        </p:nvSpPr>
        <p:spPr>
          <a:xfrm>
            <a:off x="1644253" y="330958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Response Time</a:t>
            </a:r>
            <a:endParaRPr lang="en-US" sz="2200" dirty="0"/>
          </a:p>
        </p:txBody>
      </p:sp>
      <p:sp>
        <p:nvSpPr>
          <p:cNvPr id="6" name="Text 3"/>
          <p:cNvSpPr/>
          <p:nvPr/>
        </p:nvSpPr>
        <p:spPr>
          <a:xfrm>
            <a:off x="1644253" y="3799999"/>
            <a:ext cx="3308152"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Time taken for each upload operation.</a:t>
            </a:r>
            <a:endParaRPr lang="en-US" sz="1750" dirty="0"/>
          </a:p>
        </p:txBody>
      </p:sp>
      <p:pic>
        <p:nvPicPr>
          <p:cNvPr id="7" name="Image 1" descr="preencoded.png"/>
          <p:cNvPicPr>
            <a:picLocks noChangeAspect="1"/>
          </p:cNvPicPr>
          <p:nvPr/>
        </p:nvPicPr>
        <p:blipFill>
          <a:blip r:embed="rId4"/>
          <a:stretch>
            <a:fillRect/>
          </a:stretch>
        </p:blipFill>
        <p:spPr>
          <a:xfrm>
            <a:off x="5235893" y="3174921"/>
            <a:ext cx="566976" cy="566976"/>
          </a:xfrm>
          <a:prstGeom prst="rect">
            <a:avLst/>
          </a:prstGeom>
        </p:spPr>
      </p:pic>
      <p:sp>
        <p:nvSpPr>
          <p:cNvPr id="8" name="Text 4"/>
          <p:cNvSpPr/>
          <p:nvPr/>
        </p:nvSpPr>
        <p:spPr>
          <a:xfrm>
            <a:off x="6086356" y="330958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Throughput</a:t>
            </a:r>
            <a:endParaRPr lang="en-US" sz="2200" dirty="0"/>
          </a:p>
        </p:txBody>
      </p:sp>
      <p:sp>
        <p:nvSpPr>
          <p:cNvPr id="9" name="Text 5"/>
          <p:cNvSpPr/>
          <p:nvPr/>
        </p:nvSpPr>
        <p:spPr>
          <a:xfrm>
            <a:off x="6086356" y="3799999"/>
            <a:ext cx="3308152"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Number of invoices processed per unit of time.</a:t>
            </a:r>
            <a:endParaRPr lang="en-US" sz="1750" dirty="0"/>
          </a:p>
        </p:txBody>
      </p:sp>
      <p:pic>
        <p:nvPicPr>
          <p:cNvPr id="10" name="Image 2" descr="preencoded.png"/>
          <p:cNvPicPr>
            <a:picLocks noChangeAspect="1"/>
          </p:cNvPicPr>
          <p:nvPr/>
        </p:nvPicPr>
        <p:blipFill>
          <a:blip r:embed="rId5"/>
          <a:stretch>
            <a:fillRect/>
          </a:stretch>
        </p:blipFill>
        <p:spPr>
          <a:xfrm>
            <a:off x="9677995" y="3174921"/>
            <a:ext cx="566976" cy="566976"/>
          </a:xfrm>
          <a:prstGeom prst="rect">
            <a:avLst/>
          </a:prstGeom>
        </p:spPr>
      </p:pic>
      <p:sp>
        <p:nvSpPr>
          <p:cNvPr id="11" name="Text 6"/>
          <p:cNvSpPr/>
          <p:nvPr/>
        </p:nvSpPr>
        <p:spPr>
          <a:xfrm>
            <a:off x="10528459" y="330958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Error Rate</a:t>
            </a:r>
            <a:endParaRPr lang="en-US" sz="2200" dirty="0"/>
          </a:p>
        </p:txBody>
      </p:sp>
      <p:sp>
        <p:nvSpPr>
          <p:cNvPr id="12" name="Text 7"/>
          <p:cNvSpPr/>
          <p:nvPr/>
        </p:nvSpPr>
        <p:spPr>
          <a:xfrm>
            <a:off x="10528459" y="3799999"/>
            <a:ext cx="3308152"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Percentage of failed uploads or processing errors.</a:t>
            </a:r>
            <a:endParaRPr lang="en-US" sz="1750" dirty="0"/>
          </a:p>
        </p:txBody>
      </p:sp>
      <p:pic>
        <p:nvPicPr>
          <p:cNvPr id="13" name="Image 3" descr="preencoded.png"/>
          <p:cNvPicPr>
            <a:picLocks noChangeAspect="1"/>
          </p:cNvPicPr>
          <p:nvPr/>
        </p:nvPicPr>
        <p:blipFill>
          <a:blip r:embed="rId6"/>
          <a:stretch>
            <a:fillRect/>
          </a:stretch>
        </p:blipFill>
        <p:spPr>
          <a:xfrm>
            <a:off x="793790" y="4979432"/>
            <a:ext cx="566976" cy="566976"/>
          </a:xfrm>
          <a:prstGeom prst="rect">
            <a:avLst/>
          </a:prstGeom>
        </p:spPr>
      </p:pic>
      <p:sp>
        <p:nvSpPr>
          <p:cNvPr id="14" name="Text 8"/>
          <p:cNvSpPr/>
          <p:nvPr/>
        </p:nvSpPr>
        <p:spPr>
          <a:xfrm>
            <a:off x="1644253" y="511409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Resource Utilization</a:t>
            </a:r>
            <a:endParaRPr lang="en-US" sz="2200" dirty="0"/>
          </a:p>
        </p:txBody>
      </p:sp>
      <p:sp>
        <p:nvSpPr>
          <p:cNvPr id="15" name="Text 9"/>
          <p:cNvSpPr/>
          <p:nvPr/>
        </p:nvSpPr>
        <p:spPr>
          <a:xfrm>
            <a:off x="1644253" y="5604510"/>
            <a:ext cx="3308152"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CPU, Memory, and Disk I/O during peak load.</a:t>
            </a:r>
            <a:endParaRPr lang="en-US" sz="1750" dirty="0"/>
          </a:p>
        </p:txBody>
      </p:sp>
      <p:sp>
        <p:nvSpPr>
          <p:cNvPr id="16" name="Shape 10"/>
          <p:cNvSpPr/>
          <p:nvPr/>
        </p:nvSpPr>
        <p:spPr>
          <a:xfrm>
            <a:off x="5264229" y="4968121"/>
            <a:ext cx="510183" cy="589598"/>
          </a:xfrm>
          <a:prstGeom prst="roundRect">
            <a:avLst>
              <a:gd name="adj" fmla="val 10754"/>
            </a:avLst>
          </a:prstGeom>
          <a:solidFill>
            <a:srgbClr val="DFDFE0"/>
          </a:solidFill>
          <a:ln/>
        </p:spPr>
        <p:txBody>
          <a:bodyPr/>
          <a:lstStyle/>
          <a:p>
            <a:endParaRPr lang="en-IN"/>
          </a:p>
        </p:txBody>
      </p:sp>
      <p:pic>
        <p:nvPicPr>
          <p:cNvPr id="17" name="Image 4" descr="preencoded.png"/>
          <p:cNvPicPr>
            <a:picLocks noChangeAspect="1"/>
          </p:cNvPicPr>
          <p:nvPr/>
        </p:nvPicPr>
        <p:blipFill>
          <a:blip r:embed="rId7"/>
          <a:stretch>
            <a:fillRect/>
          </a:stretch>
        </p:blipFill>
        <p:spPr>
          <a:xfrm>
            <a:off x="5235893" y="4979432"/>
            <a:ext cx="566976" cy="566976"/>
          </a:xfrm>
          <a:prstGeom prst="rect">
            <a:avLst/>
          </a:prstGeom>
        </p:spPr>
      </p:pic>
      <p:sp>
        <p:nvSpPr>
          <p:cNvPr id="18" name="Text 11"/>
          <p:cNvSpPr/>
          <p:nvPr/>
        </p:nvSpPr>
        <p:spPr>
          <a:xfrm>
            <a:off x="6086356" y="511409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Database Spikes</a:t>
            </a:r>
            <a:endParaRPr lang="en-US" sz="2200" dirty="0"/>
          </a:p>
        </p:txBody>
      </p:sp>
      <p:sp>
        <p:nvSpPr>
          <p:cNvPr id="19" name="Text 12"/>
          <p:cNvSpPr/>
          <p:nvPr/>
        </p:nvSpPr>
        <p:spPr>
          <a:xfrm>
            <a:off x="6086356" y="5604510"/>
            <a:ext cx="3308152"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Monitoring database connection pools and query performance.</a:t>
            </a:r>
            <a:endParaRPr lang="en-US" sz="1750" dirty="0"/>
          </a:p>
        </p:txBody>
      </p:sp>
      <p:sp>
        <p:nvSpPr>
          <p:cNvPr id="20" name="Rectangle 19">
            <a:extLst>
              <a:ext uri="{FF2B5EF4-FFF2-40B4-BE49-F238E27FC236}">
                <a16:creationId xmlns:a16="http://schemas.microsoft.com/office/drawing/2014/main" id="{FC9003A5-2B37-9550-BCA9-1C7D5DBFA5BC}"/>
              </a:ext>
            </a:extLst>
          </p:cNvPr>
          <p:cNvSpPr/>
          <p:nvPr/>
        </p:nvSpPr>
        <p:spPr>
          <a:xfrm>
            <a:off x="12846205" y="7817005"/>
            <a:ext cx="1650380" cy="26762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8">
            <p14:nvContentPartPr>
              <p14:cNvPr id="21" name="Ink 20">
                <a:extLst>
                  <a:ext uri="{FF2B5EF4-FFF2-40B4-BE49-F238E27FC236}">
                    <a16:creationId xmlns:a16="http://schemas.microsoft.com/office/drawing/2014/main" id="{1149AAD8-1199-0CC8-A92F-0FF88956F520}"/>
                  </a:ext>
                </a:extLst>
              </p14:cNvPr>
              <p14:cNvContentPartPr/>
              <p14:nvPr/>
            </p14:nvContentPartPr>
            <p14:xfrm>
              <a:off x="12845318" y="7861443"/>
              <a:ext cx="34560" cy="190080"/>
            </p14:xfrm>
          </p:contentPart>
        </mc:Choice>
        <mc:Fallback xmlns="">
          <p:pic>
            <p:nvPicPr>
              <p:cNvPr id="21" name="Ink 20">
                <a:extLst>
                  <a:ext uri="{FF2B5EF4-FFF2-40B4-BE49-F238E27FC236}">
                    <a16:creationId xmlns:a16="http://schemas.microsoft.com/office/drawing/2014/main" id="{1149AAD8-1199-0CC8-A92F-0FF88956F520}"/>
                  </a:ext>
                </a:extLst>
              </p:cNvPr>
              <p:cNvPicPr/>
              <p:nvPr/>
            </p:nvPicPr>
            <p:blipFill>
              <a:blip r:embed="rId9"/>
              <a:stretch>
                <a:fillRect/>
              </a:stretch>
            </p:blipFill>
            <p:spPr>
              <a:xfrm>
                <a:off x="12782678" y="7798803"/>
                <a:ext cx="160200" cy="315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B85508F0-4DC3-5B54-37C1-9AE3994E4B2D}"/>
                  </a:ext>
                </a:extLst>
              </p14:cNvPr>
              <p14:cNvContentPartPr/>
              <p14:nvPr/>
            </p14:nvContentPartPr>
            <p14:xfrm>
              <a:off x="12845678" y="7794483"/>
              <a:ext cx="1562040" cy="56160"/>
            </p14:xfrm>
          </p:contentPart>
        </mc:Choice>
        <mc:Fallback xmlns="">
          <p:pic>
            <p:nvPicPr>
              <p:cNvPr id="23" name="Ink 22">
                <a:extLst>
                  <a:ext uri="{FF2B5EF4-FFF2-40B4-BE49-F238E27FC236}">
                    <a16:creationId xmlns:a16="http://schemas.microsoft.com/office/drawing/2014/main" id="{B85508F0-4DC3-5B54-37C1-9AE3994E4B2D}"/>
                  </a:ext>
                </a:extLst>
              </p:cNvPr>
              <p:cNvPicPr/>
              <p:nvPr/>
            </p:nvPicPr>
            <p:blipFill>
              <a:blip r:embed="rId11"/>
              <a:stretch>
                <a:fillRect/>
              </a:stretch>
            </p:blipFill>
            <p:spPr>
              <a:xfrm>
                <a:off x="12782678" y="7731843"/>
                <a:ext cx="168768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5" name="Ink 24">
                <a:extLst>
                  <a:ext uri="{FF2B5EF4-FFF2-40B4-BE49-F238E27FC236}">
                    <a16:creationId xmlns:a16="http://schemas.microsoft.com/office/drawing/2014/main" id="{5CECAF29-F94C-8CBC-8B3B-8C2975D2B83F}"/>
                  </a:ext>
                </a:extLst>
              </p14:cNvPr>
              <p14:cNvContentPartPr/>
              <p14:nvPr/>
            </p14:nvContentPartPr>
            <p14:xfrm>
              <a:off x="14451638" y="7794483"/>
              <a:ext cx="720" cy="257040"/>
            </p14:xfrm>
          </p:contentPart>
        </mc:Choice>
        <mc:Fallback xmlns="">
          <p:pic>
            <p:nvPicPr>
              <p:cNvPr id="25" name="Ink 24">
                <a:extLst>
                  <a:ext uri="{FF2B5EF4-FFF2-40B4-BE49-F238E27FC236}">
                    <a16:creationId xmlns:a16="http://schemas.microsoft.com/office/drawing/2014/main" id="{5CECAF29-F94C-8CBC-8B3B-8C2975D2B83F}"/>
                  </a:ext>
                </a:extLst>
              </p:cNvPr>
              <p:cNvPicPr/>
              <p:nvPr/>
            </p:nvPicPr>
            <p:blipFill>
              <a:blip r:embed="rId13"/>
              <a:stretch>
                <a:fillRect/>
              </a:stretch>
            </p:blipFill>
            <p:spPr>
              <a:xfrm>
                <a:off x="14325638" y="7731843"/>
                <a:ext cx="252000" cy="382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7" name="Ink 26">
                <a:extLst>
                  <a:ext uri="{FF2B5EF4-FFF2-40B4-BE49-F238E27FC236}">
                    <a16:creationId xmlns:a16="http://schemas.microsoft.com/office/drawing/2014/main" id="{20A9C99D-582A-E8EE-5D3D-89D9934F8509}"/>
                  </a:ext>
                </a:extLst>
              </p14:cNvPr>
              <p14:cNvContentPartPr/>
              <p14:nvPr/>
            </p14:nvContentPartPr>
            <p14:xfrm>
              <a:off x="13838558" y="7984203"/>
              <a:ext cx="613440" cy="78120"/>
            </p14:xfrm>
          </p:contentPart>
        </mc:Choice>
        <mc:Fallback xmlns="">
          <p:pic>
            <p:nvPicPr>
              <p:cNvPr id="27" name="Ink 26">
                <a:extLst>
                  <a:ext uri="{FF2B5EF4-FFF2-40B4-BE49-F238E27FC236}">
                    <a16:creationId xmlns:a16="http://schemas.microsoft.com/office/drawing/2014/main" id="{20A9C99D-582A-E8EE-5D3D-89D9934F8509}"/>
                  </a:ext>
                </a:extLst>
              </p:cNvPr>
              <p:cNvPicPr/>
              <p:nvPr/>
            </p:nvPicPr>
            <p:blipFill>
              <a:blip r:embed="rId15"/>
              <a:stretch>
                <a:fillRect/>
              </a:stretch>
            </p:blipFill>
            <p:spPr>
              <a:xfrm>
                <a:off x="13775558" y="7921563"/>
                <a:ext cx="7390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8" name="Ink 27">
                <a:extLst>
                  <a:ext uri="{FF2B5EF4-FFF2-40B4-BE49-F238E27FC236}">
                    <a16:creationId xmlns:a16="http://schemas.microsoft.com/office/drawing/2014/main" id="{C8358277-00D3-A568-EF84-DA6AFCE2641F}"/>
                  </a:ext>
                </a:extLst>
              </p14:cNvPr>
              <p14:cNvContentPartPr/>
              <p14:nvPr/>
            </p14:nvContentPartPr>
            <p14:xfrm>
              <a:off x="13002278" y="7939923"/>
              <a:ext cx="813960" cy="167400"/>
            </p14:xfrm>
          </p:contentPart>
        </mc:Choice>
        <mc:Fallback xmlns="">
          <p:pic>
            <p:nvPicPr>
              <p:cNvPr id="28" name="Ink 27">
                <a:extLst>
                  <a:ext uri="{FF2B5EF4-FFF2-40B4-BE49-F238E27FC236}">
                    <a16:creationId xmlns:a16="http://schemas.microsoft.com/office/drawing/2014/main" id="{C8358277-00D3-A568-EF84-DA6AFCE2641F}"/>
                  </a:ext>
                </a:extLst>
              </p:cNvPr>
              <p:cNvPicPr/>
              <p:nvPr/>
            </p:nvPicPr>
            <p:blipFill>
              <a:blip r:embed="rId17"/>
              <a:stretch>
                <a:fillRect/>
              </a:stretch>
            </p:blipFill>
            <p:spPr>
              <a:xfrm>
                <a:off x="12939638" y="7876923"/>
                <a:ext cx="93960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9" name="Ink 28">
                <a:extLst>
                  <a:ext uri="{FF2B5EF4-FFF2-40B4-BE49-F238E27FC236}">
                    <a16:creationId xmlns:a16="http://schemas.microsoft.com/office/drawing/2014/main" id="{445E9153-5806-DB63-2337-63D0C9C37216}"/>
                  </a:ext>
                </a:extLst>
              </p14:cNvPr>
              <p14:cNvContentPartPr/>
              <p14:nvPr/>
            </p14:nvContentPartPr>
            <p14:xfrm>
              <a:off x="13652798" y="8007603"/>
              <a:ext cx="428400" cy="44640"/>
            </p14:xfrm>
          </p:contentPart>
        </mc:Choice>
        <mc:Fallback xmlns="">
          <p:pic>
            <p:nvPicPr>
              <p:cNvPr id="29" name="Ink 28">
                <a:extLst>
                  <a:ext uri="{FF2B5EF4-FFF2-40B4-BE49-F238E27FC236}">
                    <a16:creationId xmlns:a16="http://schemas.microsoft.com/office/drawing/2014/main" id="{445E9153-5806-DB63-2337-63D0C9C37216}"/>
                  </a:ext>
                </a:extLst>
              </p:cNvPr>
              <p:cNvPicPr/>
              <p:nvPr/>
            </p:nvPicPr>
            <p:blipFill>
              <a:blip r:embed="rId19"/>
              <a:stretch>
                <a:fillRect/>
              </a:stretch>
            </p:blipFill>
            <p:spPr>
              <a:xfrm>
                <a:off x="13590158" y="7944603"/>
                <a:ext cx="554040" cy="17028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74013" y="530423"/>
            <a:ext cx="7056477" cy="481370"/>
          </a:xfrm>
          <a:prstGeom prst="rect">
            <a:avLst/>
          </a:prstGeom>
          <a:noFill/>
          <a:ln/>
        </p:spPr>
        <p:txBody>
          <a:bodyPr wrap="none" lIns="0" tIns="0" rIns="0" bIns="0" rtlCol="0" anchor="t"/>
          <a:lstStyle/>
          <a:p>
            <a:pPr marL="0" indent="0" algn="l">
              <a:lnSpc>
                <a:spcPts val="3750"/>
              </a:lnSpc>
              <a:buNone/>
            </a:pPr>
            <a:r>
              <a:rPr lang="en-US" sz="3000" b="1" dirty="0">
                <a:solidFill>
                  <a:srgbClr val="000000"/>
                </a:solidFill>
                <a:latin typeface="Inter Bold" pitchFamily="34" charset="0"/>
                <a:ea typeface="Inter Bold" pitchFamily="34" charset="-122"/>
                <a:cs typeface="Inter Bold" pitchFamily="34" charset="-120"/>
              </a:rPr>
              <a:t>Methodology: A Structured Approach</a:t>
            </a:r>
            <a:endParaRPr lang="en-US" sz="3000" dirty="0"/>
          </a:p>
        </p:txBody>
      </p:sp>
      <p:sp>
        <p:nvSpPr>
          <p:cNvPr id="3" name="Text 1"/>
          <p:cNvSpPr/>
          <p:nvPr/>
        </p:nvSpPr>
        <p:spPr>
          <a:xfrm>
            <a:off x="674013" y="1396960"/>
            <a:ext cx="13282374" cy="30813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Our evaluation follows a rigorous, multi-step process to ensure comprehensive analysis.</a:t>
            </a:r>
            <a:endParaRPr lang="en-US" sz="1500" dirty="0"/>
          </a:p>
        </p:txBody>
      </p:sp>
      <p:pic>
        <p:nvPicPr>
          <p:cNvPr id="4" name="Image 0" descr="preencoded.png"/>
          <p:cNvPicPr>
            <a:picLocks noChangeAspect="1"/>
          </p:cNvPicPr>
          <p:nvPr/>
        </p:nvPicPr>
        <p:blipFill>
          <a:blip r:embed="rId3"/>
          <a:stretch>
            <a:fillRect/>
          </a:stretch>
        </p:blipFill>
        <p:spPr>
          <a:xfrm>
            <a:off x="674013" y="1921669"/>
            <a:ext cx="962858" cy="1155502"/>
          </a:xfrm>
          <a:prstGeom prst="rect">
            <a:avLst/>
          </a:prstGeom>
        </p:spPr>
      </p:pic>
      <p:sp>
        <p:nvSpPr>
          <p:cNvPr id="5" name="Text 2"/>
          <p:cNvSpPr/>
          <p:nvPr/>
        </p:nvSpPr>
        <p:spPr>
          <a:xfrm>
            <a:off x="1829395" y="2114193"/>
            <a:ext cx="2407325" cy="300871"/>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Test Design</a:t>
            </a:r>
            <a:endParaRPr lang="en-US" sz="1850" dirty="0"/>
          </a:p>
        </p:txBody>
      </p:sp>
      <p:sp>
        <p:nvSpPr>
          <p:cNvPr id="6" name="Text 3"/>
          <p:cNvSpPr/>
          <p:nvPr/>
        </p:nvSpPr>
        <p:spPr>
          <a:xfrm>
            <a:off x="1829395" y="2530554"/>
            <a:ext cx="12126992" cy="30813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Define scenarios, test data, and load profiles.</a:t>
            </a:r>
            <a:endParaRPr lang="en-US" sz="1500" dirty="0"/>
          </a:p>
        </p:txBody>
      </p:sp>
      <p:pic>
        <p:nvPicPr>
          <p:cNvPr id="7" name="Image 1" descr="preencoded.png"/>
          <p:cNvPicPr>
            <a:picLocks noChangeAspect="1"/>
          </p:cNvPicPr>
          <p:nvPr/>
        </p:nvPicPr>
        <p:blipFill>
          <a:blip r:embed="rId4"/>
          <a:stretch>
            <a:fillRect/>
          </a:stretch>
        </p:blipFill>
        <p:spPr>
          <a:xfrm>
            <a:off x="674013" y="3077170"/>
            <a:ext cx="962858" cy="1155502"/>
          </a:xfrm>
          <a:prstGeom prst="rect">
            <a:avLst/>
          </a:prstGeom>
        </p:spPr>
      </p:pic>
      <p:sp>
        <p:nvSpPr>
          <p:cNvPr id="8" name="Text 4"/>
          <p:cNvSpPr/>
          <p:nvPr/>
        </p:nvSpPr>
        <p:spPr>
          <a:xfrm>
            <a:off x="1829395" y="3269694"/>
            <a:ext cx="2407325" cy="300871"/>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Upload Batches</a:t>
            </a:r>
            <a:endParaRPr lang="en-US" sz="1850" dirty="0"/>
          </a:p>
        </p:txBody>
      </p:sp>
      <p:sp>
        <p:nvSpPr>
          <p:cNvPr id="9" name="Text 5"/>
          <p:cNvSpPr/>
          <p:nvPr/>
        </p:nvSpPr>
        <p:spPr>
          <a:xfrm>
            <a:off x="1829395" y="3686056"/>
            <a:ext cx="12126992" cy="30813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Execute simulated bulk invoice uploads.</a:t>
            </a:r>
            <a:endParaRPr lang="en-US" sz="1500" dirty="0"/>
          </a:p>
        </p:txBody>
      </p:sp>
      <p:pic>
        <p:nvPicPr>
          <p:cNvPr id="10" name="Image 2" descr="preencoded.png"/>
          <p:cNvPicPr>
            <a:picLocks noChangeAspect="1"/>
          </p:cNvPicPr>
          <p:nvPr/>
        </p:nvPicPr>
        <p:blipFill>
          <a:blip r:embed="rId5"/>
          <a:stretch>
            <a:fillRect/>
          </a:stretch>
        </p:blipFill>
        <p:spPr>
          <a:xfrm>
            <a:off x="674013" y="4232672"/>
            <a:ext cx="962858" cy="1155502"/>
          </a:xfrm>
          <a:prstGeom prst="rect">
            <a:avLst/>
          </a:prstGeom>
        </p:spPr>
      </p:pic>
      <p:sp>
        <p:nvSpPr>
          <p:cNvPr id="11" name="Text 6"/>
          <p:cNvSpPr/>
          <p:nvPr/>
        </p:nvSpPr>
        <p:spPr>
          <a:xfrm>
            <a:off x="1829395" y="4425196"/>
            <a:ext cx="2407325" cy="300871"/>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Monitor Metrics</a:t>
            </a:r>
            <a:endParaRPr lang="en-US" sz="1850" dirty="0"/>
          </a:p>
        </p:txBody>
      </p:sp>
      <p:sp>
        <p:nvSpPr>
          <p:cNvPr id="12" name="Text 7"/>
          <p:cNvSpPr/>
          <p:nvPr/>
        </p:nvSpPr>
        <p:spPr>
          <a:xfrm>
            <a:off x="1829395" y="4841558"/>
            <a:ext cx="12126992" cy="30813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Collect real-time performance data.</a:t>
            </a:r>
            <a:endParaRPr lang="en-US" sz="1500" dirty="0"/>
          </a:p>
        </p:txBody>
      </p:sp>
      <p:pic>
        <p:nvPicPr>
          <p:cNvPr id="13" name="Image 3" descr="preencoded.png"/>
          <p:cNvPicPr>
            <a:picLocks noChangeAspect="1"/>
          </p:cNvPicPr>
          <p:nvPr/>
        </p:nvPicPr>
        <p:blipFill>
          <a:blip r:embed="rId6"/>
          <a:stretch>
            <a:fillRect/>
          </a:stretch>
        </p:blipFill>
        <p:spPr>
          <a:xfrm>
            <a:off x="674013" y="5388173"/>
            <a:ext cx="962858" cy="1155502"/>
          </a:xfrm>
          <a:prstGeom prst="rect">
            <a:avLst/>
          </a:prstGeom>
        </p:spPr>
      </p:pic>
      <p:sp>
        <p:nvSpPr>
          <p:cNvPr id="14" name="Text 8"/>
          <p:cNvSpPr/>
          <p:nvPr/>
        </p:nvSpPr>
        <p:spPr>
          <a:xfrm>
            <a:off x="1829395" y="5580698"/>
            <a:ext cx="2407325" cy="300871"/>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Analyze Results</a:t>
            </a:r>
            <a:endParaRPr lang="en-US" sz="1850" dirty="0"/>
          </a:p>
        </p:txBody>
      </p:sp>
      <p:sp>
        <p:nvSpPr>
          <p:cNvPr id="15" name="Text 9"/>
          <p:cNvSpPr/>
          <p:nvPr/>
        </p:nvSpPr>
        <p:spPr>
          <a:xfrm>
            <a:off x="1829395" y="5997059"/>
            <a:ext cx="12126992" cy="30813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Interpret data, identify trends and anomalies.</a:t>
            </a:r>
            <a:endParaRPr lang="en-US" sz="1500" dirty="0"/>
          </a:p>
        </p:txBody>
      </p:sp>
      <p:pic>
        <p:nvPicPr>
          <p:cNvPr id="16" name="Image 4" descr="preencoded.png"/>
          <p:cNvPicPr>
            <a:picLocks noChangeAspect="1"/>
          </p:cNvPicPr>
          <p:nvPr/>
        </p:nvPicPr>
        <p:blipFill>
          <a:blip r:embed="rId7"/>
          <a:stretch>
            <a:fillRect/>
          </a:stretch>
        </p:blipFill>
        <p:spPr>
          <a:xfrm>
            <a:off x="674013" y="6543675"/>
            <a:ext cx="962858" cy="1155502"/>
          </a:xfrm>
          <a:prstGeom prst="rect">
            <a:avLst/>
          </a:prstGeom>
        </p:spPr>
      </p:pic>
      <p:sp>
        <p:nvSpPr>
          <p:cNvPr id="17" name="Text 10"/>
          <p:cNvSpPr/>
          <p:nvPr/>
        </p:nvSpPr>
        <p:spPr>
          <a:xfrm>
            <a:off x="1829395" y="6736199"/>
            <a:ext cx="2407325" cy="300871"/>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Report Findings</a:t>
            </a:r>
            <a:endParaRPr lang="en-US" sz="1850" dirty="0"/>
          </a:p>
        </p:txBody>
      </p:sp>
      <p:sp>
        <p:nvSpPr>
          <p:cNvPr id="18" name="Text 11"/>
          <p:cNvSpPr/>
          <p:nvPr/>
        </p:nvSpPr>
        <p:spPr>
          <a:xfrm>
            <a:off x="1829395" y="7152561"/>
            <a:ext cx="12126992" cy="30813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Summarize performance, bottlenecks, and recommendations.</a:t>
            </a:r>
            <a:endParaRPr lang="en-US" sz="1500" dirty="0"/>
          </a:p>
        </p:txBody>
      </p:sp>
      <p:sp>
        <p:nvSpPr>
          <p:cNvPr id="19" name="Rectangle 18">
            <a:extLst>
              <a:ext uri="{FF2B5EF4-FFF2-40B4-BE49-F238E27FC236}">
                <a16:creationId xmlns:a16="http://schemas.microsoft.com/office/drawing/2014/main" id="{F6327296-A243-15FD-C239-AE149B8A453F}"/>
              </a:ext>
            </a:extLst>
          </p:cNvPr>
          <p:cNvSpPr/>
          <p:nvPr/>
        </p:nvSpPr>
        <p:spPr>
          <a:xfrm>
            <a:off x="12846205" y="7828156"/>
            <a:ext cx="1650380" cy="26762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8">
            <p14:nvContentPartPr>
              <p14:cNvPr id="21" name="Ink 20">
                <a:extLst>
                  <a:ext uri="{FF2B5EF4-FFF2-40B4-BE49-F238E27FC236}">
                    <a16:creationId xmlns:a16="http://schemas.microsoft.com/office/drawing/2014/main" id="{B1F29EA8-4B77-D890-B3B8-C41EE40BCE27}"/>
                  </a:ext>
                </a:extLst>
              </p14:cNvPr>
              <p14:cNvContentPartPr/>
              <p14:nvPr/>
            </p14:nvContentPartPr>
            <p14:xfrm>
              <a:off x="12901478" y="7780083"/>
              <a:ext cx="1540080" cy="185400"/>
            </p14:xfrm>
          </p:contentPart>
        </mc:Choice>
        <mc:Fallback xmlns="">
          <p:pic>
            <p:nvPicPr>
              <p:cNvPr id="21" name="Ink 20">
                <a:extLst>
                  <a:ext uri="{FF2B5EF4-FFF2-40B4-BE49-F238E27FC236}">
                    <a16:creationId xmlns:a16="http://schemas.microsoft.com/office/drawing/2014/main" id="{B1F29EA8-4B77-D890-B3B8-C41EE40BCE27}"/>
                  </a:ext>
                </a:extLst>
              </p:cNvPr>
              <p:cNvPicPr/>
              <p:nvPr/>
            </p:nvPicPr>
            <p:blipFill>
              <a:blip r:embed="rId9"/>
              <a:stretch>
                <a:fillRect/>
              </a:stretch>
            </p:blipFill>
            <p:spPr>
              <a:xfrm>
                <a:off x="12838838" y="7717083"/>
                <a:ext cx="166572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2" name="Ink 21">
                <a:extLst>
                  <a:ext uri="{FF2B5EF4-FFF2-40B4-BE49-F238E27FC236}">
                    <a16:creationId xmlns:a16="http://schemas.microsoft.com/office/drawing/2014/main" id="{F618D966-9E3F-DC31-F6EC-89371F8BC978}"/>
                  </a:ext>
                </a:extLst>
              </p14:cNvPr>
              <p14:cNvContentPartPr/>
              <p14:nvPr/>
            </p14:nvContentPartPr>
            <p14:xfrm>
              <a:off x="14436158" y="7917603"/>
              <a:ext cx="4680" cy="141480"/>
            </p14:xfrm>
          </p:contentPart>
        </mc:Choice>
        <mc:Fallback xmlns="">
          <p:pic>
            <p:nvPicPr>
              <p:cNvPr id="22" name="Ink 21">
                <a:extLst>
                  <a:ext uri="{FF2B5EF4-FFF2-40B4-BE49-F238E27FC236}">
                    <a16:creationId xmlns:a16="http://schemas.microsoft.com/office/drawing/2014/main" id="{F618D966-9E3F-DC31-F6EC-89371F8BC978}"/>
                  </a:ext>
                </a:extLst>
              </p:cNvPr>
              <p:cNvPicPr/>
              <p:nvPr/>
            </p:nvPicPr>
            <p:blipFill>
              <a:blip r:embed="rId11"/>
              <a:stretch>
                <a:fillRect/>
              </a:stretch>
            </p:blipFill>
            <p:spPr>
              <a:xfrm>
                <a:off x="14373518" y="7854603"/>
                <a:ext cx="13032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CAF50240-955B-9C74-1082-43E2793427F6}"/>
                  </a:ext>
                </a:extLst>
              </p14:cNvPr>
              <p14:cNvContentPartPr/>
              <p14:nvPr/>
            </p14:nvContentPartPr>
            <p14:xfrm>
              <a:off x="13526438" y="7995363"/>
              <a:ext cx="903240" cy="78120"/>
            </p14:xfrm>
          </p:contentPart>
        </mc:Choice>
        <mc:Fallback xmlns="">
          <p:pic>
            <p:nvPicPr>
              <p:cNvPr id="24" name="Ink 23">
                <a:extLst>
                  <a:ext uri="{FF2B5EF4-FFF2-40B4-BE49-F238E27FC236}">
                    <a16:creationId xmlns:a16="http://schemas.microsoft.com/office/drawing/2014/main" id="{CAF50240-955B-9C74-1082-43E2793427F6}"/>
                  </a:ext>
                </a:extLst>
              </p:cNvPr>
              <p:cNvPicPr/>
              <p:nvPr/>
            </p:nvPicPr>
            <p:blipFill>
              <a:blip r:embed="rId13"/>
              <a:stretch>
                <a:fillRect/>
              </a:stretch>
            </p:blipFill>
            <p:spPr>
              <a:xfrm>
                <a:off x="13463798" y="7932723"/>
                <a:ext cx="10288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5" name="Ink 24">
                <a:extLst>
                  <a:ext uri="{FF2B5EF4-FFF2-40B4-BE49-F238E27FC236}">
                    <a16:creationId xmlns:a16="http://schemas.microsoft.com/office/drawing/2014/main" id="{91421540-ACE8-93B1-CF6E-F90BC9ECDEDD}"/>
                  </a:ext>
                </a:extLst>
              </p14:cNvPr>
              <p14:cNvContentPartPr/>
              <p14:nvPr/>
            </p14:nvContentPartPr>
            <p14:xfrm>
              <a:off x="13292078" y="8038563"/>
              <a:ext cx="525240" cy="46080"/>
            </p14:xfrm>
          </p:contentPart>
        </mc:Choice>
        <mc:Fallback xmlns="">
          <p:pic>
            <p:nvPicPr>
              <p:cNvPr id="25" name="Ink 24">
                <a:extLst>
                  <a:ext uri="{FF2B5EF4-FFF2-40B4-BE49-F238E27FC236}">
                    <a16:creationId xmlns:a16="http://schemas.microsoft.com/office/drawing/2014/main" id="{91421540-ACE8-93B1-CF6E-F90BC9ECDEDD}"/>
                  </a:ext>
                </a:extLst>
              </p:cNvPr>
              <p:cNvPicPr/>
              <p:nvPr/>
            </p:nvPicPr>
            <p:blipFill>
              <a:blip r:embed="rId15"/>
              <a:stretch>
                <a:fillRect/>
              </a:stretch>
            </p:blipFill>
            <p:spPr>
              <a:xfrm>
                <a:off x="13229078" y="7975923"/>
                <a:ext cx="65088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17A51357-89C8-A4CF-D2E9-30016681DBEC}"/>
                  </a:ext>
                </a:extLst>
              </p14:cNvPr>
              <p14:cNvContentPartPr/>
              <p14:nvPr/>
            </p14:nvContentPartPr>
            <p14:xfrm>
              <a:off x="12834518" y="7982763"/>
              <a:ext cx="34200" cy="113040"/>
            </p14:xfrm>
          </p:contentPart>
        </mc:Choice>
        <mc:Fallback xmlns="">
          <p:pic>
            <p:nvPicPr>
              <p:cNvPr id="26" name="Ink 25">
                <a:extLst>
                  <a:ext uri="{FF2B5EF4-FFF2-40B4-BE49-F238E27FC236}">
                    <a16:creationId xmlns:a16="http://schemas.microsoft.com/office/drawing/2014/main" id="{17A51357-89C8-A4CF-D2E9-30016681DBEC}"/>
                  </a:ext>
                </a:extLst>
              </p:cNvPr>
              <p:cNvPicPr/>
              <p:nvPr/>
            </p:nvPicPr>
            <p:blipFill>
              <a:blip r:embed="rId17"/>
              <a:stretch>
                <a:fillRect/>
              </a:stretch>
            </p:blipFill>
            <p:spPr>
              <a:xfrm>
                <a:off x="12771878" y="7920123"/>
                <a:ext cx="15984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7" name="Ink 26">
                <a:extLst>
                  <a:ext uri="{FF2B5EF4-FFF2-40B4-BE49-F238E27FC236}">
                    <a16:creationId xmlns:a16="http://schemas.microsoft.com/office/drawing/2014/main" id="{2BEA46F7-7578-4C57-C286-89952191BC2B}"/>
                  </a:ext>
                </a:extLst>
              </p14:cNvPr>
              <p14:cNvContentPartPr/>
              <p14:nvPr/>
            </p14:nvContentPartPr>
            <p14:xfrm>
              <a:off x="12935318" y="8094363"/>
              <a:ext cx="227520" cy="35640"/>
            </p14:xfrm>
          </p:contentPart>
        </mc:Choice>
        <mc:Fallback xmlns="">
          <p:pic>
            <p:nvPicPr>
              <p:cNvPr id="27" name="Ink 26">
                <a:extLst>
                  <a:ext uri="{FF2B5EF4-FFF2-40B4-BE49-F238E27FC236}">
                    <a16:creationId xmlns:a16="http://schemas.microsoft.com/office/drawing/2014/main" id="{2BEA46F7-7578-4C57-C286-89952191BC2B}"/>
                  </a:ext>
                </a:extLst>
              </p:cNvPr>
              <p:cNvPicPr/>
              <p:nvPr/>
            </p:nvPicPr>
            <p:blipFill>
              <a:blip r:embed="rId19"/>
              <a:stretch>
                <a:fillRect/>
              </a:stretch>
            </p:blipFill>
            <p:spPr>
              <a:xfrm>
                <a:off x="12872678" y="8031723"/>
                <a:ext cx="353160" cy="16128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6259" y="429220"/>
            <a:ext cx="7153632" cy="390168"/>
          </a:xfrm>
          <a:prstGeom prst="rect">
            <a:avLst/>
          </a:prstGeom>
          <a:noFill/>
          <a:ln/>
        </p:spPr>
        <p:txBody>
          <a:bodyPr wrap="none" lIns="0" tIns="0" rIns="0" bIns="0" rtlCol="0" anchor="t"/>
          <a:lstStyle/>
          <a:p>
            <a:pPr marL="0" indent="0" algn="l">
              <a:lnSpc>
                <a:spcPts val="3050"/>
              </a:lnSpc>
              <a:buNone/>
            </a:pPr>
            <a:r>
              <a:rPr lang="en-US" sz="2450" b="1" dirty="0">
                <a:solidFill>
                  <a:srgbClr val="000000"/>
                </a:solidFill>
                <a:latin typeface="Inter Bold" pitchFamily="34" charset="0"/>
                <a:ea typeface="Inter Bold" pitchFamily="34" charset="-122"/>
                <a:cs typeface="Inter Bold" pitchFamily="34" charset="-120"/>
              </a:rPr>
              <a:t>Performance Insights: Load vs. Response Time</a:t>
            </a:r>
            <a:endParaRPr lang="en-US" sz="2450" dirty="0"/>
          </a:p>
        </p:txBody>
      </p:sp>
      <p:pic>
        <p:nvPicPr>
          <p:cNvPr id="3" name="Image 0" descr="preencoded.png"/>
          <p:cNvPicPr>
            <a:picLocks noChangeAspect="1"/>
          </p:cNvPicPr>
          <p:nvPr/>
        </p:nvPicPr>
        <p:blipFill>
          <a:blip r:embed="rId3"/>
          <a:stretch>
            <a:fillRect/>
          </a:stretch>
        </p:blipFill>
        <p:spPr>
          <a:xfrm>
            <a:off x="245176" y="887671"/>
            <a:ext cx="13537883" cy="7112794"/>
          </a:xfrm>
          <a:prstGeom prst="rect">
            <a:avLst/>
          </a:prstGeom>
        </p:spPr>
      </p:pic>
      <p:sp>
        <p:nvSpPr>
          <p:cNvPr id="4" name="Shape 1"/>
          <p:cNvSpPr/>
          <p:nvPr/>
        </p:nvSpPr>
        <p:spPr>
          <a:xfrm>
            <a:off x="5715357" y="8244364"/>
            <a:ext cx="156091" cy="156091"/>
          </a:xfrm>
          <a:prstGeom prst="roundRect">
            <a:avLst>
              <a:gd name="adj" fmla="val 11716"/>
            </a:avLst>
          </a:prstGeom>
          <a:solidFill>
            <a:srgbClr val="151738"/>
          </a:solidFill>
          <a:ln/>
        </p:spPr>
        <p:txBody>
          <a:bodyPr/>
          <a:lstStyle/>
          <a:p>
            <a:endParaRPr lang="en-IN"/>
          </a:p>
        </p:txBody>
      </p:sp>
      <p:sp>
        <p:nvSpPr>
          <p:cNvPr id="5" name="Text 2"/>
          <p:cNvSpPr/>
          <p:nvPr/>
        </p:nvSpPr>
        <p:spPr>
          <a:xfrm>
            <a:off x="5932408" y="8244364"/>
            <a:ext cx="1306592" cy="156091"/>
          </a:xfrm>
          <a:prstGeom prst="rect">
            <a:avLst/>
          </a:prstGeom>
          <a:noFill/>
          <a:ln/>
        </p:spPr>
        <p:txBody>
          <a:bodyPr wrap="none" lIns="0" tIns="0" rIns="0" bIns="0" rtlCol="0" anchor="t"/>
          <a:lstStyle/>
          <a:p>
            <a:pPr marL="0" indent="0" algn="l">
              <a:lnSpc>
                <a:spcPts val="1200"/>
              </a:lnSpc>
              <a:buNone/>
            </a:pPr>
            <a:r>
              <a:rPr lang="en-US" sz="1200" dirty="0">
                <a:solidFill>
                  <a:srgbClr val="272525"/>
                </a:solidFill>
                <a:latin typeface="Inter" pitchFamily="34" charset="0"/>
                <a:ea typeface="Inter" pitchFamily="34" charset="-122"/>
                <a:cs typeface="Inter" pitchFamily="34" charset="-120"/>
              </a:rPr>
              <a:t>Concurrent Users</a:t>
            </a:r>
            <a:endParaRPr lang="en-US" sz="1200" dirty="0"/>
          </a:p>
        </p:txBody>
      </p:sp>
      <p:sp>
        <p:nvSpPr>
          <p:cNvPr id="6" name="Shape 3"/>
          <p:cNvSpPr/>
          <p:nvPr/>
        </p:nvSpPr>
        <p:spPr>
          <a:xfrm>
            <a:off x="7391400" y="8244364"/>
            <a:ext cx="156091" cy="156091"/>
          </a:xfrm>
          <a:prstGeom prst="roundRect">
            <a:avLst>
              <a:gd name="adj" fmla="val 11716"/>
            </a:avLst>
          </a:prstGeom>
          <a:solidFill>
            <a:srgbClr val="393F9B"/>
          </a:solidFill>
          <a:ln/>
        </p:spPr>
        <p:txBody>
          <a:bodyPr/>
          <a:lstStyle/>
          <a:p>
            <a:endParaRPr lang="en-IN"/>
          </a:p>
        </p:txBody>
      </p:sp>
      <p:sp>
        <p:nvSpPr>
          <p:cNvPr id="7" name="Text 4"/>
          <p:cNvSpPr/>
          <p:nvPr/>
        </p:nvSpPr>
        <p:spPr>
          <a:xfrm>
            <a:off x="7608451" y="8244364"/>
            <a:ext cx="1512332" cy="156091"/>
          </a:xfrm>
          <a:prstGeom prst="rect">
            <a:avLst/>
          </a:prstGeom>
          <a:noFill/>
          <a:ln/>
        </p:spPr>
        <p:txBody>
          <a:bodyPr wrap="none" lIns="0" tIns="0" rIns="0" bIns="0" rtlCol="0" anchor="t"/>
          <a:lstStyle/>
          <a:p>
            <a:pPr marL="0" indent="0" algn="l">
              <a:lnSpc>
                <a:spcPts val="1200"/>
              </a:lnSpc>
              <a:buNone/>
            </a:pPr>
            <a:r>
              <a:rPr lang="en-US" sz="1200" dirty="0">
                <a:solidFill>
                  <a:srgbClr val="272525"/>
                </a:solidFill>
                <a:latin typeface="Inter" pitchFamily="34" charset="0"/>
                <a:ea typeface="Inter" pitchFamily="34" charset="-122"/>
                <a:cs typeface="Inter" pitchFamily="34" charset="-120"/>
              </a:rPr>
              <a:t>Response Time (ms)</a:t>
            </a:r>
            <a:endParaRPr lang="en-US" sz="1200" dirty="0"/>
          </a:p>
        </p:txBody>
      </p:sp>
      <p:sp>
        <p:nvSpPr>
          <p:cNvPr id="8" name="Text 5"/>
          <p:cNvSpPr/>
          <p:nvPr/>
        </p:nvSpPr>
        <p:spPr>
          <a:xfrm>
            <a:off x="546259" y="8888254"/>
            <a:ext cx="13537883" cy="249674"/>
          </a:xfrm>
          <a:prstGeom prst="rect">
            <a:avLst/>
          </a:prstGeom>
          <a:noFill/>
          <a:ln/>
        </p:spPr>
        <p:txBody>
          <a:bodyPr wrap="none" lIns="0" tIns="0" rIns="0" bIns="0" rtlCol="0" anchor="t"/>
          <a:lstStyle/>
          <a:p>
            <a:pPr marL="0" indent="0" algn="l">
              <a:lnSpc>
                <a:spcPts val="1950"/>
              </a:lnSpc>
              <a:buNone/>
            </a:pPr>
            <a:r>
              <a:rPr lang="en-US" sz="1200" dirty="0">
                <a:solidFill>
                  <a:srgbClr val="272525"/>
                </a:solidFill>
                <a:latin typeface="Inter" pitchFamily="34" charset="0"/>
                <a:ea typeface="Inter" pitchFamily="34" charset="-122"/>
                <a:cs typeface="Inter" pitchFamily="34" charset="-120"/>
              </a:rPr>
              <a:t>As concurrent users increase, the average response time for invoice uploads shows a significant upward trend, indicating potential scalability limits beyond 300 users.</a:t>
            </a:r>
            <a:endParaRPr lang="en-US" sz="1200" dirty="0"/>
          </a:p>
        </p:txBody>
      </p:sp>
      <p:sp>
        <p:nvSpPr>
          <p:cNvPr id="9" name="Rectangle 8">
            <a:extLst>
              <a:ext uri="{FF2B5EF4-FFF2-40B4-BE49-F238E27FC236}">
                <a16:creationId xmlns:a16="http://schemas.microsoft.com/office/drawing/2014/main" id="{2166BC3C-FC12-1B25-B46C-BB7768C96C6F}"/>
              </a:ext>
            </a:extLst>
          </p:cNvPr>
          <p:cNvSpPr/>
          <p:nvPr/>
        </p:nvSpPr>
        <p:spPr>
          <a:xfrm>
            <a:off x="12846205" y="7805854"/>
            <a:ext cx="1650380" cy="26762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25D823CC-CDD6-8901-D9A0-D8470C7DFD8A}"/>
                  </a:ext>
                </a:extLst>
              </p14:cNvPr>
              <p14:cNvContentPartPr/>
              <p14:nvPr/>
            </p14:nvContentPartPr>
            <p14:xfrm>
              <a:off x="12896798" y="7839070"/>
              <a:ext cx="1611360" cy="34920"/>
            </p14:xfrm>
          </p:contentPart>
        </mc:Choice>
        <mc:Fallback xmlns="">
          <p:pic>
            <p:nvPicPr>
              <p:cNvPr id="10" name="Ink 9">
                <a:extLst>
                  <a:ext uri="{FF2B5EF4-FFF2-40B4-BE49-F238E27FC236}">
                    <a16:creationId xmlns:a16="http://schemas.microsoft.com/office/drawing/2014/main" id="{25D823CC-CDD6-8901-D9A0-D8470C7DFD8A}"/>
                  </a:ext>
                </a:extLst>
              </p:cNvPr>
              <p:cNvPicPr/>
              <p:nvPr/>
            </p:nvPicPr>
            <p:blipFill>
              <a:blip r:embed="rId5"/>
              <a:stretch>
                <a:fillRect/>
              </a:stretch>
            </p:blipFill>
            <p:spPr>
              <a:xfrm>
                <a:off x="12833798" y="7776070"/>
                <a:ext cx="173700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3454BA1A-19C9-F5C7-8B27-ADD3CB166CA1}"/>
                  </a:ext>
                </a:extLst>
              </p14:cNvPr>
              <p14:cNvContentPartPr/>
              <p14:nvPr/>
            </p14:nvContentPartPr>
            <p14:xfrm>
              <a:off x="12852878" y="7872550"/>
              <a:ext cx="16200" cy="125640"/>
            </p14:xfrm>
          </p:contentPart>
        </mc:Choice>
        <mc:Fallback xmlns="">
          <p:pic>
            <p:nvPicPr>
              <p:cNvPr id="11" name="Ink 10">
                <a:extLst>
                  <a:ext uri="{FF2B5EF4-FFF2-40B4-BE49-F238E27FC236}">
                    <a16:creationId xmlns:a16="http://schemas.microsoft.com/office/drawing/2014/main" id="{3454BA1A-19C9-F5C7-8B27-ADD3CB166CA1}"/>
                  </a:ext>
                </a:extLst>
              </p:cNvPr>
              <p:cNvPicPr/>
              <p:nvPr/>
            </p:nvPicPr>
            <p:blipFill>
              <a:blip r:embed="rId7"/>
              <a:stretch>
                <a:fillRect/>
              </a:stretch>
            </p:blipFill>
            <p:spPr>
              <a:xfrm>
                <a:off x="12789878" y="7809910"/>
                <a:ext cx="14184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A8B522A4-73AF-743E-8028-A7B614B0E4BE}"/>
                  </a:ext>
                </a:extLst>
              </p14:cNvPr>
              <p14:cNvContentPartPr/>
              <p14:nvPr/>
            </p14:nvContentPartPr>
            <p14:xfrm>
              <a:off x="12845678" y="7935910"/>
              <a:ext cx="1584360" cy="185400"/>
            </p14:xfrm>
          </p:contentPart>
        </mc:Choice>
        <mc:Fallback xmlns="">
          <p:pic>
            <p:nvPicPr>
              <p:cNvPr id="13" name="Ink 12">
                <a:extLst>
                  <a:ext uri="{FF2B5EF4-FFF2-40B4-BE49-F238E27FC236}">
                    <a16:creationId xmlns:a16="http://schemas.microsoft.com/office/drawing/2014/main" id="{A8B522A4-73AF-743E-8028-A7B614B0E4BE}"/>
                  </a:ext>
                </a:extLst>
              </p:cNvPr>
              <p:cNvPicPr/>
              <p:nvPr/>
            </p:nvPicPr>
            <p:blipFill>
              <a:blip r:embed="rId9"/>
              <a:stretch>
                <a:fillRect/>
              </a:stretch>
            </p:blipFill>
            <p:spPr>
              <a:xfrm>
                <a:off x="12782678" y="7873270"/>
                <a:ext cx="171000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58912595-32AF-D605-DDFD-2F2D657BBF14}"/>
                  </a:ext>
                </a:extLst>
              </p14:cNvPr>
              <p14:cNvContentPartPr/>
              <p14:nvPr/>
            </p14:nvContentPartPr>
            <p14:xfrm>
              <a:off x="14440478" y="7964350"/>
              <a:ext cx="360" cy="87120"/>
            </p14:xfrm>
          </p:contentPart>
        </mc:Choice>
        <mc:Fallback xmlns="">
          <p:pic>
            <p:nvPicPr>
              <p:cNvPr id="14" name="Ink 13">
                <a:extLst>
                  <a:ext uri="{FF2B5EF4-FFF2-40B4-BE49-F238E27FC236}">
                    <a16:creationId xmlns:a16="http://schemas.microsoft.com/office/drawing/2014/main" id="{58912595-32AF-D605-DDFD-2F2D657BBF14}"/>
                  </a:ext>
                </a:extLst>
              </p:cNvPr>
              <p:cNvPicPr/>
              <p:nvPr/>
            </p:nvPicPr>
            <p:blipFill>
              <a:blip r:embed="rId11"/>
              <a:stretch>
                <a:fillRect/>
              </a:stretch>
            </p:blipFill>
            <p:spPr>
              <a:xfrm>
                <a:off x="14377838" y="7901710"/>
                <a:ext cx="126000" cy="21276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6259" y="429220"/>
            <a:ext cx="6615708" cy="390168"/>
          </a:xfrm>
          <a:prstGeom prst="rect">
            <a:avLst/>
          </a:prstGeom>
          <a:noFill/>
          <a:ln/>
        </p:spPr>
        <p:txBody>
          <a:bodyPr wrap="none" lIns="0" tIns="0" rIns="0" bIns="0" rtlCol="0" anchor="t"/>
          <a:lstStyle/>
          <a:p>
            <a:pPr marL="0" indent="0" algn="l">
              <a:lnSpc>
                <a:spcPts val="3050"/>
              </a:lnSpc>
              <a:buNone/>
            </a:pPr>
            <a:r>
              <a:rPr lang="en-US" sz="2450" b="1" dirty="0">
                <a:solidFill>
                  <a:srgbClr val="000000"/>
                </a:solidFill>
                <a:latin typeface="Inter Bold" pitchFamily="34" charset="0"/>
                <a:ea typeface="Inter Bold" pitchFamily="34" charset="-122"/>
                <a:cs typeface="Inter Bold" pitchFamily="34" charset="-120"/>
              </a:rPr>
              <a:t>Performance Insights: Load vs. Throughput</a:t>
            </a:r>
            <a:endParaRPr lang="en-US" sz="2450" dirty="0"/>
          </a:p>
        </p:txBody>
      </p:sp>
      <p:pic>
        <p:nvPicPr>
          <p:cNvPr id="3" name="Image 0" descr="preencoded.png"/>
          <p:cNvPicPr>
            <a:picLocks noChangeAspect="1"/>
          </p:cNvPicPr>
          <p:nvPr/>
        </p:nvPicPr>
        <p:blipFill>
          <a:blip r:embed="rId3"/>
          <a:stretch>
            <a:fillRect/>
          </a:stretch>
        </p:blipFill>
        <p:spPr>
          <a:xfrm>
            <a:off x="470058" y="887671"/>
            <a:ext cx="13537883" cy="7112794"/>
          </a:xfrm>
          <a:prstGeom prst="rect">
            <a:avLst/>
          </a:prstGeom>
        </p:spPr>
      </p:pic>
      <p:sp>
        <p:nvSpPr>
          <p:cNvPr id="4" name="Shape 1"/>
          <p:cNvSpPr/>
          <p:nvPr/>
        </p:nvSpPr>
        <p:spPr>
          <a:xfrm>
            <a:off x="5715357" y="8244364"/>
            <a:ext cx="156091" cy="156091"/>
          </a:xfrm>
          <a:prstGeom prst="roundRect">
            <a:avLst>
              <a:gd name="adj" fmla="val 11716"/>
            </a:avLst>
          </a:prstGeom>
          <a:solidFill>
            <a:srgbClr val="151738"/>
          </a:solidFill>
          <a:ln/>
        </p:spPr>
        <p:txBody>
          <a:bodyPr/>
          <a:lstStyle/>
          <a:p>
            <a:endParaRPr lang="en-IN"/>
          </a:p>
        </p:txBody>
      </p:sp>
      <p:sp>
        <p:nvSpPr>
          <p:cNvPr id="5" name="Text 2"/>
          <p:cNvSpPr/>
          <p:nvPr/>
        </p:nvSpPr>
        <p:spPr>
          <a:xfrm>
            <a:off x="5932408" y="8244364"/>
            <a:ext cx="1306592" cy="156091"/>
          </a:xfrm>
          <a:prstGeom prst="rect">
            <a:avLst/>
          </a:prstGeom>
          <a:noFill/>
          <a:ln/>
        </p:spPr>
        <p:txBody>
          <a:bodyPr wrap="none" lIns="0" tIns="0" rIns="0" bIns="0" rtlCol="0" anchor="t"/>
          <a:lstStyle/>
          <a:p>
            <a:pPr marL="0" indent="0" algn="l">
              <a:lnSpc>
                <a:spcPts val="1200"/>
              </a:lnSpc>
              <a:buNone/>
            </a:pPr>
            <a:r>
              <a:rPr lang="en-US" sz="1200" dirty="0">
                <a:solidFill>
                  <a:srgbClr val="272525"/>
                </a:solidFill>
                <a:latin typeface="Inter" pitchFamily="34" charset="0"/>
                <a:ea typeface="Inter" pitchFamily="34" charset="-122"/>
                <a:cs typeface="Inter" pitchFamily="34" charset="-120"/>
              </a:rPr>
              <a:t>Concurrent Users</a:t>
            </a:r>
            <a:endParaRPr lang="en-US" sz="1200" dirty="0"/>
          </a:p>
        </p:txBody>
      </p:sp>
      <p:sp>
        <p:nvSpPr>
          <p:cNvPr id="6" name="Shape 3"/>
          <p:cNvSpPr/>
          <p:nvPr/>
        </p:nvSpPr>
        <p:spPr>
          <a:xfrm>
            <a:off x="7391400" y="8244364"/>
            <a:ext cx="156091" cy="156091"/>
          </a:xfrm>
          <a:prstGeom prst="roundRect">
            <a:avLst>
              <a:gd name="adj" fmla="val 11716"/>
            </a:avLst>
          </a:prstGeom>
          <a:solidFill>
            <a:srgbClr val="393F9B"/>
          </a:solidFill>
          <a:ln/>
        </p:spPr>
        <p:txBody>
          <a:bodyPr/>
          <a:lstStyle/>
          <a:p>
            <a:endParaRPr lang="en-IN"/>
          </a:p>
        </p:txBody>
      </p:sp>
      <p:sp>
        <p:nvSpPr>
          <p:cNvPr id="7" name="Text 4"/>
          <p:cNvSpPr/>
          <p:nvPr/>
        </p:nvSpPr>
        <p:spPr>
          <a:xfrm>
            <a:off x="7608451" y="8244364"/>
            <a:ext cx="1941909" cy="156091"/>
          </a:xfrm>
          <a:prstGeom prst="rect">
            <a:avLst/>
          </a:prstGeom>
          <a:noFill/>
          <a:ln/>
        </p:spPr>
        <p:txBody>
          <a:bodyPr wrap="none" lIns="0" tIns="0" rIns="0" bIns="0" rtlCol="0" anchor="t"/>
          <a:lstStyle/>
          <a:p>
            <a:pPr marL="0" indent="0" algn="l">
              <a:lnSpc>
                <a:spcPts val="1200"/>
              </a:lnSpc>
              <a:buNone/>
            </a:pPr>
            <a:r>
              <a:rPr lang="en-US" sz="1200" dirty="0">
                <a:solidFill>
                  <a:srgbClr val="272525"/>
                </a:solidFill>
                <a:latin typeface="Inter" pitchFamily="34" charset="0"/>
                <a:ea typeface="Inter" pitchFamily="34" charset="-122"/>
                <a:cs typeface="Inter" pitchFamily="34" charset="-120"/>
              </a:rPr>
              <a:t>Throughput (invoices/sec)</a:t>
            </a:r>
            <a:endParaRPr lang="en-US" sz="1200" dirty="0"/>
          </a:p>
        </p:txBody>
      </p:sp>
      <p:sp>
        <p:nvSpPr>
          <p:cNvPr id="8" name="Text 5"/>
          <p:cNvSpPr/>
          <p:nvPr/>
        </p:nvSpPr>
        <p:spPr>
          <a:xfrm>
            <a:off x="546259" y="8888254"/>
            <a:ext cx="13537883" cy="249674"/>
          </a:xfrm>
          <a:prstGeom prst="rect">
            <a:avLst/>
          </a:prstGeom>
          <a:noFill/>
          <a:ln/>
        </p:spPr>
        <p:txBody>
          <a:bodyPr wrap="none" lIns="0" tIns="0" rIns="0" bIns="0" rtlCol="0" anchor="t"/>
          <a:lstStyle/>
          <a:p>
            <a:pPr marL="0" indent="0" algn="l">
              <a:lnSpc>
                <a:spcPts val="1950"/>
              </a:lnSpc>
              <a:buNone/>
            </a:pPr>
            <a:r>
              <a:rPr lang="en-US" sz="1200" dirty="0">
                <a:solidFill>
                  <a:srgbClr val="272525"/>
                </a:solidFill>
                <a:latin typeface="Inter" pitchFamily="34" charset="0"/>
                <a:ea typeface="Inter" pitchFamily="34" charset="-122"/>
                <a:cs typeface="Inter" pitchFamily="34" charset="-120"/>
              </a:rPr>
              <a:t>Throughput peaks around 300 concurrent users, suggesting resource saturation beyond this point, where additional users do not result in increased processing capacity.</a:t>
            </a:r>
            <a:endParaRPr lang="en-US" sz="1200" dirty="0"/>
          </a:p>
        </p:txBody>
      </p:sp>
      <p:sp>
        <p:nvSpPr>
          <p:cNvPr id="9" name="Rectangle 8">
            <a:extLst>
              <a:ext uri="{FF2B5EF4-FFF2-40B4-BE49-F238E27FC236}">
                <a16:creationId xmlns:a16="http://schemas.microsoft.com/office/drawing/2014/main" id="{3E2C9A72-1E85-A175-9CCA-0EAE0FD3D6CF}"/>
              </a:ext>
            </a:extLst>
          </p:cNvPr>
          <p:cNvSpPr/>
          <p:nvPr/>
        </p:nvSpPr>
        <p:spPr>
          <a:xfrm>
            <a:off x="12846205" y="7805854"/>
            <a:ext cx="1650380" cy="26762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66147CAA-CB86-C935-3011-CDEBFAE40B63}"/>
                  </a:ext>
                </a:extLst>
              </p14:cNvPr>
              <p14:cNvContentPartPr/>
              <p14:nvPr/>
            </p14:nvContentPartPr>
            <p14:xfrm>
              <a:off x="12845678" y="7794790"/>
              <a:ext cx="1595520" cy="78840"/>
            </p14:xfrm>
          </p:contentPart>
        </mc:Choice>
        <mc:Fallback xmlns="">
          <p:pic>
            <p:nvPicPr>
              <p:cNvPr id="10" name="Ink 9">
                <a:extLst>
                  <a:ext uri="{FF2B5EF4-FFF2-40B4-BE49-F238E27FC236}">
                    <a16:creationId xmlns:a16="http://schemas.microsoft.com/office/drawing/2014/main" id="{66147CAA-CB86-C935-3011-CDEBFAE40B63}"/>
                  </a:ext>
                </a:extLst>
              </p:cNvPr>
              <p:cNvPicPr/>
              <p:nvPr/>
            </p:nvPicPr>
            <p:blipFill>
              <a:blip r:embed="rId5"/>
              <a:stretch>
                <a:fillRect/>
              </a:stretch>
            </p:blipFill>
            <p:spPr>
              <a:xfrm>
                <a:off x="12783038" y="7731790"/>
                <a:ext cx="172116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6989638C-F5BD-541D-4182-EB329427BF7C}"/>
                  </a:ext>
                </a:extLst>
              </p14:cNvPr>
              <p14:cNvContentPartPr/>
              <p14:nvPr/>
            </p14:nvContentPartPr>
            <p14:xfrm>
              <a:off x="14463158" y="7872550"/>
              <a:ext cx="360" cy="156240"/>
            </p14:xfrm>
          </p:contentPart>
        </mc:Choice>
        <mc:Fallback xmlns="">
          <p:pic>
            <p:nvPicPr>
              <p:cNvPr id="12" name="Ink 11">
                <a:extLst>
                  <a:ext uri="{FF2B5EF4-FFF2-40B4-BE49-F238E27FC236}">
                    <a16:creationId xmlns:a16="http://schemas.microsoft.com/office/drawing/2014/main" id="{6989638C-F5BD-541D-4182-EB329427BF7C}"/>
                  </a:ext>
                </a:extLst>
              </p:cNvPr>
              <p:cNvPicPr/>
              <p:nvPr/>
            </p:nvPicPr>
            <p:blipFill>
              <a:blip r:embed="rId7"/>
              <a:stretch>
                <a:fillRect/>
              </a:stretch>
            </p:blipFill>
            <p:spPr>
              <a:xfrm>
                <a:off x="14400158" y="7809910"/>
                <a:ext cx="12600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7E813D7E-EEB8-B982-758C-EFD3842B67BA}"/>
                  </a:ext>
                </a:extLst>
              </p14:cNvPr>
              <p14:cNvContentPartPr/>
              <p14:nvPr/>
            </p14:nvContentPartPr>
            <p14:xfrm>
              <a:off x="14069318" y="7940590"/>
              <a:ext cx="371520" cy="21240"/>
            </p14:xfrm>
          </p:contentPart>
        </mc:Choice>
        <mc:Fallback xmlns="">
          <p:pic>
            <p:nvPicPr>
              <p:cNvPr id="13" name="Ink 12">
                <a:extLst>
                  <a:ext uri="{FF2B5EF4-FFF2-40B4-BE49-F238E27FC236}">
                    <a16:creationId xmlns:a16="http://schemas.microsoft.com/office/drawing/2014/main" id="{7E813D7E-EEB8-B982-758C-EFD3842B67BA}"/>
                  </a:ext>
                </a:extLst>
              </p:cNvPr>
              <p:cNvPicPr/>
              <p:nvPr/>
            </p:nvPicPr>
            <p:blipFill>
              <a:blip r:embed="rId9"/>
              <a:stretch>
                <a:fillRect/>
              </a:stretch>
            </p:blipFill>
            <p:spPr>
              <a:xfrm>
                <a:off x="14006318" y="7877950"/>
                <a:ext cx="49716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74699FAE-D228-C2C5-40C5-0C75A0EAB32C}"/>
                  </a:ext>
                </a:extLst>
              </p14:cNvPr>
              <p14:cNvContentPartPr/>
              <p14:nvPr/>
            </p14:nvContentPartPr>
            <p14:xfrm>
              <a:off x="12900038" y="7969750"/>
              <a:ext cx="1451520" cy="185400"/>
            </p14:xfrm>
          </p:contentPart>
        </mc:Choice>
        <mc:Fallback xmlns="">
          <p:pic>
            <p:nvPicPr>
              <p:cNvPr id="15" name="Ink 14">
                <a:extLst>
                  <a:ext uri="{FF2B5EF4-FFF2-40B4-BE49-F238E27FC236}">
                    <a16:creationId xmlns:a16="http://schemas.microsoft.com/office/drawing/2014/main" id="{74699FAE-D228-C2C5-40C5-0C75A0EAB32C}"/>
                  </a:ext>
                </a:extLst>
              </p:cNvPr>
              <p:cNvPicPr/>
              <p:nvPr/>
            </p:nvPicPr>
            <p:blipFill>
              <a:blip r:embed="rId11"/>
              <a:stretch>
                <a:fillRect/>
              </a:stretch>
            </p:blipFill>
            <p:spPr>
              <a:xfrm>
                <a:off x="12837398" y="7906750"/>
                <a:ext cx="157716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100F5A0C-8B1F-1C7C-B692-B7DA40110820}"/>
                  </a:ext>
                </a:extLst>
              </p14:cNvPr>
              <p14:cNvContentPartPr/>
              <p14:nvPr/>
            </p14:nvContentPartPr>
            <p14:xfrm>
              <a:off x="12892838" y="7933390"/>
              <a:ext cx="9000" cy="62280"/>
            </p14:xfrm>
          </p:contentPart>
        </mc:Choice>
        <mc:Fallback xmlns="">
          <p:pic>
            <p:nvPicPr>
              <p:cNvPr id="16" name="Ink 15">
                <a:extLst>
                  <a:ext uri="{FF2B5EF4-FFF2-40B4-BE49-F238E27FC236}">
                    <a16:creationId xmlns:a16="http://schemas.microsoft.com/office/drawing/2014/main" id="{100F5A0C-8B1F-1C7C-B692-B7DA40110820}"/>
                  </a:ext>
                </a:extLst>
              </p:cNvPr>
              <p:cNvPicPr/>
              <p:nvPr/>
            </p:nvPicPr>
            <p:blipFill>
              <a:blip r:embed="rId13"/>
              <a:stretch>
                <a:fillRect/>
              </a:stretch>
            </p:blipFill>
            <p:spPr>
              <a:xfrm>
                <a:off x="12830198" y="7870750"/>
                <a:ext cx="134640" cy="18792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53703"/>
            <a:ext cx="1157489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Performance Insights: Error Rates and Resource Use</a:t>
            </a:r>
            <a:endParaRPr lang="en-US" sz="3550" dirty="0"/>
          </a:p>
        </p:txBody>
      </p:sp>
      <p:pic>
        <p:nvPicPr>
          <p:cNvPr id="3" name="Image 0" descr="preencoded.png"/>
          <p:cNvPicPr>
            <a:picLocks noChangeAspect="1"/>
          </p:cNvPicPr>
          <p:nvPr/>
        </p:nvPicPr>
        <p:blipFill>
          <a:blip r:embed="rId3"/>
          <a:stretch>
            <a:fillRect/>
          </a:stretch>
        </p:blipFill>
        <p:spPr>
          <a:xfrm>
            <a:off x="793790" y="2130981"/>
            <a:ext cx="6244709" cy="2816423"/>
          </a:xfrm>
          <a:prstGeom prst="rect">
            <a:avLst/>
          </a:prstGeom>
        </p:spPr>
      </p:pic>
      <p:sp>
        <p:nvSpPr>
          <p:cNvPr id="4" name="Shape 1"/>
          <p:cNvSpPr/>
          <p:nvPr/>
        </p:nvSpPr>
        <p:spPr>
          <a:xfrm>
            <a:off x="1507927" y="4947404"/>
            <a:ext cx="226814" cy="226814"/>
          </a:xfrm>
          <a:prstGeom prst="roundRect">
            <a:avLst>
              <a:gd name="adj" fmla="val 8063"/>
            </a:avLst>
          </a:prstGeom>
          <a:solidFill>
            <a:srgbClr val="151738"/>
          </a:solidFill>
          <a:ln/>
        </p:spPr>
        <p:txBody>
          <a:bodyPr/>
          <a:lstStyle/>
          <a:p>
            <a:endParaRPr lang="en-IN"/>
          </a:p>
        </p:txBody>
      </p:sp>
      <p:sp>
        <p:nvSpPr>
          <p:cNvPr id="5" name="Text 2"/>
          <p:cNvSpPr/>
          <p:nvPr/>
        </p:nvSpPr>
        <p:spPr>
          <a:xfrm>
            <a:off x="1795701" y="4947404"/>
            <a:ext cx="2044184" cy="226814"/>
          </a:xfrm>
          <a:prstGeom prst="rect">
            <a:avLst/>
          </a:prstGeom>
          <a:noFill/>
          <a:ln/>
        </p:spPr>
        <p:txBody>
          <a:bodyPr wrap="none" lIns="0" tIns="0" rIns="0" bIns="0" rtlCol="0" anchor="t"/>
          <a:lstStyle/>
          <a:p>
            <a:pPr marL="0" indent="0" algn="l">
              <a:lnSpc>
                <a:spcPts val="1750"/>
              </a:lnSpc>
              <a:buNone/>
            </a:pPr>
            <a:r>
              <a:rPr lang="en-US" sz="1750" dirty="0">
                <a:solidFill>
                  <a:srgbClr val="272525"/>
                </a:solidFill>
                <a:latin typeface="Inter" pitchFamily="34" charset="0"/>
                <a:ea typeface="Inter" pitchFamily="34" charset="-122"/>
                <a:cs typeface="Inter" pitchFamily="34" charset="-120"/>
              </a:rPr>
              <a:t>Test Duration (min)</a:t>
            </a:r>
            <a:endParaRPr lang="en-US" sz="1750" dirty="0"/>
          </a:p>
        </p:txBody>
      </p:sp>
      <p:sp>
        <p:nvSpPr>
          <p:cNvPr id="6" name="Shape 3"/>
          <p:cNvSpPr/>
          <p:nvPr/>
        </p:nvSpPr>
        <p:spPr>
          <a:xfrm>
            <a:off x="3992285" y="4947404"/>
            <a:ext cx="226814" cy="226814"/>
          </a:xfrm>
          <a:prstGeom prst="roundRect">
            <a:avLst>
              <a:gd name="adj" fmla="val 8063"/>
            </a:avLst>
          </a:prstGeom>
          <a:solidFill>
            <a:srgbClr val="393F9B"/>
          </a:solidFill>
          <a:ln/>
        </p:spPr>
        <p:txBody>
          <a:bodyPr/>
          <a:lstStyle/>
          <a:p>
            <a:endParaRPr lang="en-IN"/>
          </a:p>
        </p:txBody>
      </p:sp>
      <p:sp>
        <p:nvSpPr>
          <p:cNvPr id="7" name="Text 4"/>
          <p:cNvSpPr/>
          <p:nvPr/>
        </p:nvSpPr>
        <p:spPr>
          <a:xfrm>
            <a:off x="4280059" y="4947404"/>
            <a:ext cx="1519714" cy="226814"/>
          </a:xfrm>
          <a:prstGeom prst="rect">
            <a:avLst/>
          </a:prstGeom>
          <a:noFill/>
          <a:ln/>
        </p:spPr>
        <p:txBody>
          <a:bodyPr wrap="none" lIns="0" tIns="0" rIns="0" bIns="0" rtlCol="0" anchor="t"/>
          <a:lstStyle/>
          <a:p>
            <a:pPr marL="0" indent="0" algn="l">
              <a:lnSpc>
                <a:spcPts val="1750"/>
              </a:lnSpc>
              <a:buNone/>
            </a:pPr>
            <a:r>
              <a:rPr lang="en-US" sz="1750" dirty="0">
                <a:solidFill>
                  <a:srgbClr val="272525"/>
                </a:solidFill>
                <a:latin typeface="Inter" pitchFamily="34" charset="0"/>
                <a:ea typeface="Inter" pitchFamily="34" charset="-122"/>
                <a:cs typeface="Inter" pitchFamily="34" charset="-120"/>
              </a:rPr>
              <a:t>Error Rate (%)</a:t>
            </a:r>
            <a:endParaRPr lang="en-US" sz="1750" dirty="0"/>
          </a:p>
        </p:txBody>
      </p:sp>
      <p:sp>
        <p:nvSpPr>
          <p:cNvPr id="8" name="Text 5"/>
          <p:cNvSpPr/>
          <p:nvPr/>
        </p:nvSpPr>
        <p:spPr>
          <a:xfrm>
            <a:off x="793790" y="5883116"/>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Error rates escalate significantly with extended test duration, pointing to potential memory leaks or resource exhaustion over time.</a:t>
            </a:r>
            <a:endParaRPr lang="en-US" sz="1750" dirty="0"/>
          </a:p>
        </p:txBody>
      </p:sp>
      <p:pic>
        <p:nvPicPr>
          <p:cNvPr id="9" name="Image 1" descr="preencoded.png"/>
          <p:cNvPicPr>
            <a:picLocks noChangeAspect="1"/>
          </p:cNvPicPr>
          <p:nvPr/>
        </p:nvPicPr>
        <p:blipFill>
          <a:blip r:embed="rId4"/>
          <a:stretch>
            <a:fillRect/>
          </a:stretch>
        </p:blipFill>
        <p:spPr>
          <a:xfrm>
            <a:off x="7599521" y="2130981"/>
            <a:ext cx="6244709" cy="2816423"/>
          </a:xfrm>
          <a:prstGeom prst="rect">
            <a:avLst/>
          </a:prstGeom>
        </p:spPr>
      </p:pic>
      <p:sp>
        <p:nvSpPr>
          <p:cNvPr id="10" name="Shape 6"/>
          <p:cNvSpPr/>
          <p:nvPr/>
        </p:nvSpPr>
        <p:spPr>
          <a:xfrm>
            <a:off x="7599521" y="4947404"/>
            <a:ext cx="226814" cy="226814"/>
          </a:xfrm>
          <a:prstGeom prst="roundRect">
            <a:avLst>
              <a:gd name="adj" fmla="val 8063"/>
            </a:avLst>
          </a:prstGeom>
          <a:solidFill>
            <a:srgbClr val="151738"/>
          </a:solidFill>
          <a:ln/>
        </p:spPr>
        <p:txBody>
          <a:bodyPr/>
          <a:lstStyle/>
          <a:p>
            <a:endParaRPr lang="en-IN"/>
          </a:p>
        </p:txBody>
      </p:sp>
      <p:sp>
        <p:nvSpPr>
          <p:cNvPr id="11" name="Text 7"/>
          <p:cNvSpPr/>
          <p:nvPr/>
        </p:nvSpPr>
        <p:spPr>
          <a:xfrm>
            <a:off x="7887295" y="4947404"/>
            <a:ext cx="1692116" cy="453628"/>
          </a:xfrm>
          <a:prstGeom prst="rect">
            <a:avLst/>
          </a:prstGeom>
          <a:noFill/>
          <a:ln/>
        </p:spPr>
        <p:txBody>
          <a:bodyPr wrap="square" lIns="0" tIns="0" rIns="0" bIns="0" rtlCol="0" anchor="t"/>
          <a:lstStyle/>
          <a:p>
            <a:pPr marL="0" indent="0" algn="l">
              <a:lnSpc>
                <a:spcPts val="1750"/>
              </a:lnSpc>
              <a:buNone/>
            </a:pPr>
            <a:r>
              <a:rPr lang="en-US" sz="1750" dirty="0">
                <a:solidFill>
                  <a:srgbClr val="272525"/>
                </a:solidFill>
                <a:latin typeface="Inter" pitchFamily="34" charset="0"/>
                <a:ea typeface="Inter" pitchFamily="34" charset="-122"/>
                <a:cs typeface="Inter" pitchFamily="34" charset="-120"/>
              </a:rPr>
              <a:t>Test Duration (min)</a:t>
            </a:r>
            <a:endParaRPr lang="en-US" sz="1750" dirty="0"/>
          </a:p>
        </p:txBody>
      </p:sp>
      <p:sp>
        <p:nvSpPr>
          <p:cNvPr id="12" name="Shape 8"/>
          <p:cNvSpPr/>
          <p:nvPr/>
        </p:nvSpPr>
        <p:spPr>
          <a:xfrm>
            <a:off x="10112454" y="4947404"/>
            <a:ext cx="226814" cy="226814"/>
          </a:xfrm>
          <a:prstGeom prst="roundRect">
            <a:avLst>
              <a:gd name="adj" fmla="val 8063"/>
            </a:avLst>
          </a:prstGeom>
          <a:solidFill>
            <a:srgbClr val="2D327A"/>
          </a:solidFill>
          <a:ln/>
        </p:spPr>
        <p:txBody>
          <a:bodyPr/>
          <a:lstStyle/>
          <a:p>
            <a:endParaRPr lang="en-IN"/>
          </a:p>
        </p:txBody>
      </p:sp>
      <p:sp>
        <p:nvSpPr>
          <p:cNvPr id="13" name="Text 9"/>
          <p:cNvSpPr/>
          <p:nvPr/>
        </p:nvSpPr>
        <p:spPr>
          <a:xfrm>
            <a:off x="10400228" y="4947404"/>
            <a:ext cx="930831" cy="226814"/>
          </a:xfrm>
          <a:prstGeom prst="rect">
            <a:avLst/>
          </a:prstGeom>
          <a:noFill/>
          <a:ln/>
        </p:spPr>
        <p:txBody>
          <a:bodyPr wrap="none" lIns="0" tIns="0" rIns="0" bIns="0" rtlCol="0" anchor="t"/>
          <a:lstStyle/>
          <a:p>
            <a:pPr marL="0" indent="0" algn="l">
              <a:lnSpc>
                <a:spcPts val="1750"/>
              </a:lnSpc>
              <a:buNone/>
            </a:pPr>
            <a:r>
              <a:rPr lang="en-US" sz="1750" dirty="0">
                <a:solidFill>
                  <a:srgbClr val="272525"/>
                </a:solidFill>
                <a:latin typeface="Inter" pitchFamily="34" charset="0"/>
                <a:ea typeface="Inter" pitchFamily="34" charset="-122"/>
                <a:cs typeface="Inter" pitchFamily="34" charset="-120"/>
              </a:rPr>
              <a:t>CPU (%)</a:t>
            </a:r>
            <a:endParaRPr lang="en-US" sz="1750" dirty="0"/>
          </a:p>
        </p:txBody>
      </p:sp>
      <p:sp>
        <p:nvSpPr>
          <p:cNvPr id="14" name="Shape 10"/>
          <p:cNvSpPr/>
          <p:nvPr/>
        </p:nvSpPr>
        <p:spPr>
          <a:xfrm>
            <a:off x="11864221" y="4947404"/>
            <a:ext cx="226814" cy="226814"/>
          </a:xfrm>
          <a:prstGeom prst="roundRect">
            <a:avLst>
              <a:gd name="adj" fmla="val 8063"/>
            </a:avLst>
          </a:prstGeom>
          <a:solidFill>
            <a:srgbClr val="464DBB"/>
          </a:solidFill>
          <a:ln/>
        </p:spPr>
        <p:txBody>
          <a:bodyPr/>
          <a:lstStyle/>
          <a:p>
            <a:endParaRPr lang="en-IN"/>
          </a:p>
        </p:txBody>
      </p:sp>
      <p:sp>
        <p:nvSpPr>
          <p:cNvPr id="15" name="Text 11"/>
          <p:cNvSpPr/>
          <p:nvPr/>
        </p:nvSpPr>
        <p:spPr>
          <a:xfrm>
            <a:off x="12151995" y="4947404"/>
            <a:ext cx="1339572" cy="226814"/>
          </a:xfrm>
          <a:prstGeom prst="rect">
            <a:avLst/>
          </a:prstGeom>
          <a:noFill/>
          <a:ln/>
        </p:spPr>
        <p:txBody>
          <a:bodyPr wrap="none" lIns="0" tIns="0" rIns="0" bIns="0" rtlCol="0" anchor="t"/>
          <a:lstStyle/>
          <a:p>
            <a:pPr marL="0" indent="0" algn="l">
              <a:lnSpc>
                <a:spcPts val="1750"/>
              </a:lnSpc>
              <a:buNone/>
            </a:pPr>
            <a:r>
              <a:rPr lang="en-US" sz="1750" dirty="0">
                <a:solidFill>
                  <a:srgbClr val="272525"/>
                </a:solidFill>
                <a:latin typeface="Inter" pitchFamily="34" charset="0"/>
                <a:ea typeface="Inter" pitchFamily="34" charset="-122"/>
                <a:cs typeface="Inter" pitchFamily="34" charset="-120"/>
              </a:rPr>
              <a:t>Memory (%)</a:t>
            </a:r>
            <a:endParaRPr lang="en-US" sz="1750" dirty="0"/>
          </a:p>
        </p:txBody>
      </p:sp>
      <p:sp>
        <p:nvSpPr>
          <p:cNvPr id="16" name="Text 12"/>
          <p:cNvSpPr/>
          <p:nvPr/>
        </p:nvSpPr>
        <p:spPr>
          <a:xfrm>
            <a:off x="7599521" y="5883116"/>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Both CPU and memory utilization reach critical levels as the load duration extends, confirming resource exhaustion contributing to performance degradation.</a:t>
            </a:r>
            <a:endParaRPr lang="en-US" sz="1750" dirty="0"/>
          </a:p>
        </p:txBody>
      </p:sp>
      <p:sp>
        <p:nvSpPr>
          <p:cNvPr id="17" name="Rectangle 16">
            <a:extLst>
              <a:ext uri="{FF2B5EF4-FFF2-40B4-BE49-F238E27FC236}">
                <a16:creationId xmlns:a16="http://schemas.microsoft.com/office/drawing/2014/main" id="{BF95692B-2677-3890-5369-BD8EE5958262}"/>
              </a:ext>
            </a:extLst>
          </p:cNvPr>
          <p:cNvSpPr/>
          <p:nvPr/>
        </p:nvSpPr>
        <p:spPr>
          <a:xfrm>
            <a:off x="12846205" y="7805854"/>
            <a:ext cx="1650380" cy="26762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5">
            <p14:nvContentPartPr>
              <p14:cNvPr id="21" name="Ink 20">
                <a:extLst>
                  <a:ext uri="{FF2B5EF4-FFF2-40B4-BE49-F238E27FC236}">
                    <a16:creationId xmlns:a16="http://schemas.microsoft.com/office/drawing/2014/main" id="{6464E923-CED7-C588-6D43-9F2D71655FDC}"/>
                  </a:ext>
                </a:extLst>
              </p14:cNvPr>
              <p14:cNvContentPartPr/>
              <p14:nvPr/>
            </p14:nvContentPartPr>
            <p14:xfrm>
              <a:off x="12801758" y="8017323"/>
              <a:ext cx="1639440" cy="720"/>
            </p14:xfrm>
          </p:contentPart>
        </mc:Choice>
        <mc:Fallback xmlns="">
          <p:pic>
            <p:nvPicPr>
              <p:cNvPr id="21" name="Ink 20">
                <a:extLst>
                  <a:ext uri="{FF2B5EF4-FFF2-40B4-BE49-F238E27FC236}">
                    <a16:creationId xmlns:a16="http://schemas.microsoft.com/office/drawing/2014/main" id="{6464E923-CED7-C588-6D43-9F2D71655FDC}"/>
                  </a:ext>
                </a:extLst>
              </p:cNvPr>
              <p:cNvPicPr/>
              <p:nvPr/>
            </p:nvPicPr>
            <p:blipFill>
              <a:blip r:embed="rId6"/>
              <a:stretch>
                <a:fillRect/>
              </a:stretch>
            </p:blipFill>
            <p:spPr>
              <a:xfrm>
                <a:off x="12738758" y="7891323"/>
                <a:ext cx="1765080" cy="252000"/>
              </a:xfrm>
              <a:prstGeom prst="rect">
                <a:avLst/>
              </a:prstGeom>
            </p:spPr>
          </p:pic>
        </mc:Fallback>
      </mc:AlternateContent>
      <p:grpSp>
        <p:nvGrpSpPr>
          <p:cNvPr id="23" name="Group 22">
            <a:extLst>
              <a:ext uri="{FF2B5EF4-FFF2-40B4-BE49-F238E27FC236}">
                <a16:creationId xmlns:a16="http://schemas.microsoft.com/office/drawing/2014/main" id="{9BEF00DF-60A8-6A8D-0C0C-34ADBFD0473E}"/>
              </a:ext>
            </a:extLst>
          </p:cNvPr>
          <p:cNvGrpSpPr/>
          <p:nvPr/>
        </p:nvGrpSpPr>
        <p:grpSpPr>
          <a:xfrm>
            <a:off x="12819758" y="7827243"/>
            <a:ext cx="1654920" cy="180720"/>
            <a:chOff x="12819758" y="7827243"/>
            <a:chExt cx="1654920" cy="180720"/>
          </a:xfrm>
        </p:grpSpPr>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FB64A039-E490-A00E-8333-A7861EC3795F}"/>
                    </a:ext>
                  </a:extLst>
                </p14:cNvPr>
                <p14:cNvContentPartPr/>
                <p14:nvPr/>
              </p14:nvContentPartPr>
              <p14:xfrm>
                <a:off x="12915518" y="7827243"/>
                <a:ext cx="1559160" cy="23760"/>
              </p14:xfrm>
            </p:contentPart>
          </mc:Choice>
          <mc:Fallback xmlns="">
            <p:pic>
              <p:nvPicPr>
                <p:cNvPr id="18" name="Ink 17">
                  <a:extLst>
                    <a:ext uri="{FF2B5EF4-FFF2-40B4-BE49-F238E27FC236}">
                      <a16:creationId xmlns:a16="http://schemas.microsoft.com/office/drawing/2014/main" id="{FB64A039-E490-A00E-8333-A7861EC3795F}"/>
                    </a:ext>
                  </a:extLst>
                </p:cNvPr>
                <p:cNvPicPr/>
                <p:nvPr/>
              </p:nvPicPr>
              <p:blipFill>
                <a:blip r:embed="rId8"/>
                <a:stretch>
                  <a:fillRect/>
                </a:stretch>
              </p:blipFill>
              <p:spPr>
                <a:xfrm>
                  <a:off x="12852518" y="7764243"/>
                  <a:ext cx="168480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73142C3A-974F-B739-0111-FBEE64250233}"/>
                    </a:ext>
                  </a:extLst>
                </p14:cNvPr>
                <p14:cNvContentPartPr/>
                <p14:nvPr/>
              </p14:nvContentPartPr>
              <p14:xfrm>
                <a:off x="12819758" y="7839123"/>
                <a:ext cx="82080" cy="168840"/>
              </p14:xfrm>
            </p:contentPart>
          </mc:Choice>
          <mc:Fallback xmlns="">
            <p:pic>
              <p:nvPicPr>
                <p:cNvPr id="19" name="Ink 18">
                  <a:extLst>
                    <a:ext uri="{FF2B5EF4-FFF2-40B4-BE49-F238E27FC236}">
                      <a16:creationId xmlns:a16="http://schemas.microsoft.com/office/drawing/2014/main" id="{73142C3A-974F-B739-0111-FBEE64250233}"/>
                    </a:ext>
                  </a:extLst>
                </p:cNvPr>
                <p:cNvPicPr/>
                <p:nvPr/>
              </p:nvPicPr>
              <p:blipFill>
                <a:blip r:embed="rId10"/>
                <a:stretch>
                  <a:fillRect/>
                </a:stretch>
              </p:blipFill>
              <p:spPr>
                <a:xfrm>
                  <a:off x="12757118" y="7776123"/>
                  <a:ext cx="20772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2" name="Ink 21">
                  <a:extLst>
                    <a:ext uri="{FF2B5EF4-FFF2-40B4-BE49-F238E27FC236}">
                      <a16:creationId xmlns:a16="http://schemas.microsoft.com/office/drawing/2014/main" id="{9D413AC3-C6E0-975F-4238-1FC1958CF45C}"/>
                    </a:ext>
                  </a:extLst>
                </p14:cNvPr>
                <p14:cNvContentPartPr/>
                <p14:nvPr/>
              </p14:nvContentPartPr>
              <p14:xfrm>
                <a:off x="14463158" y="7951803"/>
                <a:ext cx="360" cy="54720"/>
              </p14:xfrm>
            </p:contentPart>
          </mc:Choice>
          <mc:Fallback xmlns="">
            <p:pic>
              <p:nvPicPr>
                <p:cNvPr id="22" name="Ink 21">
                  <a:extLst>
                    <a:ext uri="{FF2B5EF4-FFF2-40B4-BE49-F238E27FC236}">
                      <a16:creationId xmlns:a16="http://schemas.microsoft.com/office/drawing/2014/main" id="{9D413AC3-C6E0-975F-4238-1FC1958CF45C}"/>
                    </a:ext>
                  </a:extLst>
                </p:cNvPr>
                <p:cNvPicPr/>
                <p:nvPr/>
              </p:nvPicPr>
              <p:blipFill>
                <a:blip r:embed="rId12"/>
                <a:stretch>
                  <a:fillRect/>
                </a:stretch>
              </p:blipFill>
              <p:spPr>
                <a:xfrm>
                  <a:off x="14400518" y="7889163"/>
                  <a:ext cx="126000" cy="180360"/>
                </a:xfrm>
                <a:prstGeom prst="rect">
                  <a:avLst/>
                </a:prstGeom>
              </p:spPr>
            </p:pic>
          </mc:Fallback>
        </mc:AlternateContent>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11253" y="959763"/>
            <a:ext cx="7527488" cy="517684"/>
          </a:xfrm>
          <a:prstGeom prst="rect">
            <a:avLst/>
          </a:prstGeom>
          <a:noFill/>
          <a:ln/>
        </p:spPr>
        <p:txBody>
          <a:bodyPr wrap="none" lIns="0" tIns="0" rIns="0" bIns="0" rtlCol="0" anchor="t"/>
          <a:lstStyle/>
          <a:p>
            <a:pPr marL="0" indent="0" algn="l">
              <a:lnSpc>
                <a:spcPts val="4050"/>
              </a:lnSpc>
              <a:buNone/>
            </a:pPr>
            <a:r>
              <a:rPr lang="en-US" sz="3250" b="1" dirty="0">
                <a:solidFill>
                  <a:srgbClr val="000000"/>
                </a:solidFill>
                <a:latin typeface="Inter Bold" pitchFamily="34" charset="0"/>
                <a:ea typeface="Inter Bold" pitchFamily="34" charset="-122"/>
                <a:cs typeface="Inter Bold" pitchFamily="34" charset="-120"/>
              </a:rPr>
              <a:t>Expected Output: Actionable Insights</a:t>
            </a:r>
            <a:endParaRPr lang="en-US" sz="3250" dirty="0"/>
          </a:p>
        </p:txBody>
      </p:sp>
      <p:sp>
        <p:nvSpPr>
          <p:cNvPr id="4" name="Text 1"/>
          <p:cNvSpPr/>
          <p:nvPr/>
        </p:nvSpPr>
        <p:spPr>
          <a:xfrm>
            <a:off x="6211253" y="1710333"/>
            <a:ext cx="7694295" cy="662464"/>
          </a:xfrm>
          <a:prstGeom prst="rect">
            <a:avLst/>
          </a:prstGeom>
          <a:noFill/>
          <a:ln/>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The performance evaluation will deliver a clear roadmap for optimizing the bulk invoice upload feature.</a:t>
            </a:r>
            <a:endParaRPr lang="en-US" sz="1600" dirty="0"/>
          </a:p>
        </p:txBody>
      </p:sp>
      <p:sp>
        <p:nvSpPr>
          <p:cNvPr id="5" name="Shape 2"/>
          <p:cNvSpPr/>
          <p:nvPr/>
        </p:nvSpPr>
        <p:spPr>
          <a:xfrm>
            <a:off x="6211253" y="2605683"/>
            <a:ext cx="3743563" cy="2232422"/>
          </a:xfrm>
          <a:prstGeom prst="roundRect">
            <a:avLst>
              <a:gd name="adj" fmla="val 4915"/>
            </a:avLst>
          </a:prstGeom>
          <a:solidFill>
            <a:srgbClr val="FFFFFF"/>
          </a:solidFill>
          <a:ln w="22860">
            <a:solidFill>
              <a:srgbClr val="C0C1D7"/>
            </a:solidFill>
            <a:prstDash val="solid"/>
          </a:ln>
        </p:spPr>
        <p:txBody>
          <a:bodyPr/>
          <a:lstStyle/>
          <a:p>
            <a:endParaRPr lang="en-IN"/>
          </a:p>
        </p:txBody>
      </p:sp>
      <p:sp>
        <p:nvSpPr>
          <p:cNvPr id="6" name="Shape 3"/>
          <p:cNvSpPr/>
          <p:nvPr/>
        </p:nvSpPr>
        <p:spPr>
          <a:xfrm>
            <a:off x="6188393" y="2605683"/>
            <a:ext cx="91440" cy="2232422"/>
          </a:xfrm>
          <a:prstGeom prst="roundRect">
            <a:avLst>
              <a:gd name="adj" fmla="val 95126"/>
            </a:avLst>
          </a:prstGeom>
          <a:solidFill>
            <a:srgbClr val="4950BC"/>
          </a:solidFill>
          <a:ln/>
        </p:spPr>
        <p:txBody>
          <a:bodyPr/>
          <a:lstStyle/>
          <a:p>
            <a:endParaRPr lang="en-IN"/>
          </a:p>
        </p:txBody>
      </p:sp>
      <p:sp>
        <p:nvSpPr>
          <p:cNvPr id="7" name="Text 4"/>
          <p:cNvSpPr/>
          <p:nvPr/>
        </p:nvSpPr>
        <p:spPr>
          <a:xfrm>
            <a:off x="6509742" y="2835593"/>
            <a:ext cx="2588776" cy="323493"/>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Performance Limits</a:t>
            </a:r>
            <a:endParaRPr lang="en-US" sz="2000" dirty="0"/>
          </a:p>
        </p:txBody>
      </p:sp>
      <p:sp>
        <p:nvSpPr>
          <p:cNvPr id="8" name="Text 5"/>
          <p:cNvSpPr/>
          <p:nvPr/>
        </p:nvSpPr>
        <p:spPr>
          <a:xfrm>
            <a:off x="6509742" y="3283268"/>
            <a:ext cx="3215164" cy="993696"/>
          </a:xfrm>
          <a:prstGeom prst="rect">
            <a:avLst/>
          </a:prstGeom>
          <a:noFill/>
          <a:ln/>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Quantified thresholds for concurrent users and invoice volumes before degradation.</a:t>
            </a:r>
            <a:endParaRPr lang="en-US" sz="1600" dirty="0"/>
          </a:p>
        </p:txBody>
      </p:sp>
      <p:sp>
        <p:nvSpPr>
          <p:cNvPr id="9" name="Shape 6"/>
          <p:cNvSpPr/>
          <p:nvPr/>
        </p:nvSpPr>
        <p:spPr>
          <a:xfrm>
            <a:off x="10161865" y="2605683"/>
            <a:ext cx="3743682" cy="2232422"/>
          </a:xfrm>
          <a:prstGeom prst="roundRect">
            <a:avLst>
              <a:gd name="adj" fmla="val 4915"/>
            </a:avLst>
          </a:prstGeom>
          <a:solidFill>
            <a:srgbClr val="FFFFFF"/>
          </a:solidFill>
          <a:ln w="22860">
            <a:solidFill>
              <a:srgbClr val="C0C1D7"/>
            </a:solidFill>
            <a:prstDash val="solid"/>
          </a:ln>
        </p:spPr>
        <p:txBody>
          <a:bodyPr/>
          <a:lstStyle/>
          <a:p>
            <a:endParaRPr lang="en-IN"/>
          </a:p>
        </p:txBody>
      </p:sp>
      <p:sp>
        <p:nvSpPr>
          <p:cNvPr id="10" name="Shape 7"/>
          <p:cNvSpPr/>
          <p:nvPr/>
        </p:nvSpPr>
        <p:spPr>
          <a:xfrm>
            <a:off x="10139005" y="2605683"/>
            <a:ext cx="91440" cy="2232422"/>
          </a:xfrm>
          <a:prstGeom prst="roundRect">
            <a:avLst>
              <a:gd name="adj" fmla="val 95126"/>
            </a:avLst>
          </a:prstGeom>
          <a:solidFill>
            <a:srgbClr val="4950BC"/>
          </a:solidFill>
          <a:ln/>
        </p:spPr>
        <p:txBody>
          <a:bodyPr/>
          <a:lstStyle/>
          <a:p>
            <a:endParaRPr lang="en-IN"/>
          </a:p>
        </p:txBody>
      </p:sp>
      <p:sp>
        <p:nvSpPr>
          <p:cNvPr id="11" name="Text 8"/>
          <p:cNvSpPr/>
          <p:nvPr/>
        </p:nvSpPr>
        <p:spPr>
          <a:xfrm>
            <a:off x="10460355" y="2835593"/>
            <a:ext cx="3102293" cy="323493"/>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Bottleneck Identification</a:t>
            </a:r>
            <a:endParaRPr lang="en-US" sz="2000" dirty="0"/>
          </a:p>
        </p:txBody>
      </p:sp>
      <p:sp>
        <p:nvSpPr>
          <p:cNvPr id="12" name="Text 9"/>
          <p:cNvSpPr/>
          <p:nvPr/>
        </p:nvSpPr>
        <p:spPr>
          <a:xfrm>
            <a:off x="10460355" y="3283268"/>
            <a:ext cx="3215283" cy="1324928"/>
          </a:xfrm>
          <a:prstGeom prst="rect">
            <a:avLst/>
          </a:prstGeom>
          <a:noFill/>
          <a:ln/>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Pinpointing exact system components causing slowdowns (e.g., database, application server, network).</a:t>
            </a:r>
            <a:endParaRPr lang="en-US" sz="1600" dirty="0"/>
          </a:p>
        </p:txBody>
      </p:sp>
      <p:sp>
        <p:nvSpPr>
          <p:cNvPr id="13" name="Shape 10"/>
          <p:cNvSpPr/>
          <p:nvPr/>
        </p:nvSpPr>
        <p:spPr>
          <a:xfrm>
            <a:off x="6211253" y="5045154"/>
            <a:ext cx="3743563" cy="2224683"/>
          </a:xfrm>
          <a:prstGeom prst="roundRect">
            <a:avLst>
              <a:gd name="adj" fmla="val 4932"/>
            </a:avLst>
          </a:prstGeom>
          <a:solidFill>
            <a:srgbClr val="FFFFFF"/>
          </a:solidFill>
          <a:ln w="22860">
            <a:solidFill>
              <a:srgbClr val="C0C1D7"/>
            </a:solidFill>
            <a:prstDash val="solid"/>
          </a:ln>
        </p:spPr>
        <p:txBody>
          <a:bodyPr/>
          <a:lstStyle/>
          <a:p>
            <a:endParaRPr lang="en-IN"/>
          </a:p>
        </p:txBody>
      </p:sp>
      <p:sp>
        <p:nvSpPr>
          <p:cNvPr id="14" name="Shape 11"/>
          <p:cNvSpPr/>
          <p:nvPr/>
        </p:nvSpPr>
        <p:spPr>
          <a:xfrm>
            <a:off x="6188393" y="5045154"/>
            <a:ext cx="91440" cy="2224683"/>
          </a:xfrm>
          <a:prstGeom prst="roundRect">
            <a:avLst>
              <a:gd name="adj" fmla="val 95126"/>
            </a:avLst>
          </a:prstGeom>
          <a:solidFill>
            <a:srgbClr val="4950BC"/>
          </a:solidFill>
          <a:ln/>
        </p:spPr>
        <p:txBody>
          <a:bodyPr/>
          <a:lstStyle/>
          <a:p>
            <a:endParaRPr lang="en-IN"/>
          </a:p>
        </p:txBody>
      </p:sp>
      <p:sp>
        <p:nvSpPr>
          <p:cNvPr id="15" name="Text 12"/>
          <p:cNvSpPr/>
          <p:nvPr/>
        </p:nvSpPr>
        <p:spPr>
          <a:xfrm>
            <a:off x="6509742" y="5275064"/>
            <a:ext cx="3215164" cy="646986"/>
          </a:xfrm>
          <a:prstGeom prst="rect">
            <a:avLst/>
          </a:prstGeom>
          <a:noFill/>
          <a:ln/>
        </p:spPr>
        <p:txBody>
          <a:bodyPr wrap="squar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Optimization Recommendations</a:t>
            </a:r>
            <a:endParaRPr lang="en-US" sz="2000" dirty="0"/>
          </a:p>
        </p:txBody>
      </p:sp>
      <p:sp>
        <p:nvSpPr>
          <p:cNvPr id="16" name="Text 13"/>
          <p:cNvSpPr/>
          <p:nvPr/>
        </p:nvSpPr>
        <p:spPr>
          <a:xfrm>
            <a:off x="6509742" y="6046232"/>
            <a:ext cx="3215164" cy="993696"/>
          </a:xfrm>
          <a:prstGeom prst="rect">
            <a:avLst/>
          </a:prstGeom>
          <a:noFill/>
          <a:ln/>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Specific, prioritized actions for code optimization, infrastructure scaling, or configuration tuning.</a:t>
            </a:r>
            <a:endParaRPr lang="en-US" sz="1600" dirty="0"/>
          </a:p>
        </p:txBody>
      </p:sp>
      <p:sp>
        <p:nvSpPr>
          <p:cNvPr id="17" name="Rectangle 16">
            <a:extLst>
              <a:ext uri="{FF2B5EF4-FFF2-40B4-BE49-F238E27FC236}">
                <a16:creationId xmlns:a16="http://schemas.microsoft.com/office/drawing/2014/main" id="{6003D2F3-CC6B-4873-5141-2F413233C90E}"/>
              </a:ext>
            </a:extLst>
          </p:cNvPr>
          <p:cNvSpPr/>
          <p:nvPr/>
        </p:nvSpPr>
        <p:spPr>
          <a:xfrm>
            <a:off x="12846205" y="7805854"/>
            <a:ext cx="1650380" cy="26762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4">
            <p14:nvContentPartPr>
              <p14:cNvPr id="19" name="Ink 18">
                <a:extLst>
                  <a:ext uri="{FF2B5EF4-FFF2-40B4-BE49-F238E27FC236}">
                    <a16:creationId xmlns:a16="http://schemas.microsoft.com/office/drawing/2014/main" id="{A34F3D06-FBAB-CB44-0DDD-45D5079D1838}"/>
                  </a:ext>
                </a:extLst>
              </p14:cNvPr>
              <p14:cNvContentPartPr/>
              <p14:nvPr/>
            </p14:nvContentPartPr>
            <p14:xfrm>
              <a:off x="12890318" y="7838763"/>
              <a:ext cx="1572840" cy="720"/>
            </p14:xfrm>
          </p:contentPart>
        </mc:Choice>
        <mc:Fallback xmlns="">
          <p:pic>
            <p:nvPicPr>
              <p:cNvPr id="19" name="Ink 18">
                <a:extLst>
                  <a:ext uri="{FF2B5EF4-FFF2-40B4-BE49-F238E27FC236}">
                    <a16:creationId xmlns:a16="http://schemas.microsoft.com/office/drawing/2014/main" id="{A34F3D06-FBAB-CB44-0DDD-45D5079D1838}"/>
                  </a:ext>
                </a:extLst>
              </p:cNvPr>
              <p:cNvPicPr/>
              <p:nvPr/>
            </p:nvPicPr>
            <p:blipFill>
              <a:blip r:embed="rId5"/>
              <a:stretch>
                <a:fillRect/>
              </a:stretch>
            </p:blipFill>
            <p:spPr>
              <a:xfrm>
                <a:off x="12827678" y="7712763"/>
                <a:ext cx="169848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74B6A8BE-CACA-5F43-8807-D630368BF003}"/>
                  </a:ext>
                </a:extLst>
              </p14:cNvPr>
              <p14:cNvContentPartPr/>
              <p14:nvPr/>
            </p14:nvContentPartPr>
            <p14:xfrm>
              <a:off x="12866918" y="7861443"/>
              <a:ext cx="45720" cy="162000"/>
            </p14:xfrm>
          </p:contentPart>
        </mc:Choice>
        <mc:Fallback xmlns="">
          <p:pic>
            <p:nvPicPr>
              <p:cNvPr id="20" name="Ink 19">
                <a:extLst>
                  <a:ext uri="{FF2B5EF4-FFF2-40B4-BE49-F238E27FC236}">
                    <a16:creationId xmlns:a16="http://schemas.microsoft.com/office/drawing/2014/main" id="{74B6A8BE-CACA-5F43-8807-D630368BF003}"/>
                  </a:ext>
                </a:extLst>
              </p:cNvPr>
              <p:cNvPicPr/>
              <p:nvPr/>
            </p:nvPicPr>
            <p:blipFill>
              <a:blip r:embed="rId7"/>
              <a:stretch>
                <a:fillRect/>
              </a:stretch>
            </p:blipFill>
            <p:spPr>
              <a:xfrm>
                <a:off x="12804278" y="7798803"/>
                <a:ext cx="17136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2" name="Ink 21">
                <a:extLst>
                  <a:ext uri="{FF2B5EF4-FFF2-40B4-BE49-F238E27FC236}">
                    <a16:creationId xmlns:a16="http://schemas.microsoft.com/office/drawing/2014/main" id="{F18E4A22-BC7E-5928-7CF7-9CF462679112}"/>
                  </a:ext>
                </a:extLst>
              </p14:cNvPr>
              <p14:cNvContentPartPr/>
              <p14:nvPr/>
            </p14:nvContentPartPr>
            <p14:xfrm>
              <a:off x="12857198" y="8039643"/>
              <a:ext cx="1584720" cy="720"/>
            </p14:xfrm>
          </p:contentPart>
        </mc:Choice>
        <mc:Fallback xmlns="">
          <p:pic>
            <p:nvPicPr>
              <p:cNvPr id="22" name="Ink 21">
                <a:extLst>
                  <a:ext uri="{FF2B5EF4-FFF2-40B4-BE49-F238E27FC236}">
                    <a16:creationId xmlns:a16="http://schemas.microsoft.com/office/drawing/2014/main" id="{F18E4A22-BC7E-5928-7CF7-9CF462679112}"/>
                  </a:ext>
                </a:extLst>
              </p:cNvPr>
              <p:cNvPicPr/>
              <p:nvPr/>
            </p:nvPicPr>
            <p:blipFill>
              <a:blip r:embed="rId9"/>
              <a:stretch>
                <a:fillRect/>
              </a:stretch>
            </p:blipFill>
            <p:spPr>
              <a:xfrm>
                <a:off x="12794198" y="7913643"/>
                <a:ext cx="171036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A3FBC402-0D11-AA4B-15F3-3B5ED0B995C7}"/>
                  </a:ext>
                </a:extLst>
              </p14:cNvPr>
              <p14:cNvContentPartPr/>
              <p14:nvPr/>
            </p14:nvContentPartPr>
            <p14:xfrm>
              <a:off x="14440478" y="7970163"/>
              <a:ext cx="360" cy="125640"/>
            </p14:xfrm>
          </p:contentPart>
        </mc:Choice>
        <mc:Fallback xmlns="">
          <p:pic>
            <p:nvPicPr>
              <p:cNvPr id="23" name="Ink 22">
                <a:extLst>
                  <a:ext uri="{FF2B5EF4-FFF2-40B4-BE49-F238E27FC236}">
                    <a16:creationId xmlns:a16="http://schemas.microsoft.com/office/drawing/2014/main" id="{A3FBC402-0D11-AA4B-15F3-3B5ED0B995C7}"/>
                  </a:ext>
                </a:extLst>
              </p:cNvPr>
              <p:cNvPicPr/>
              <p:nvPr/>
            </p:nvPicPr>
            <p:blipFill>
              <a:blip r:embed="rId11"/>
              <a:stretch>
                <a:fillRect/>
              </a:stretch>
            </p:blipFill>
            <p:spPr>
              <a:xfrm>
                <a:off x="14377838" y="7907523"/>
                <a:ext cx="126000" cy="25128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962388"/>
            <a:ext cx="10771823"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Conclusion: Building Enterprise-Ready Solutions</a:t>
            </a:r>
            <a:endParaRPr lang="en-US" sz="3550" dirty="0"/>
          </a:p>
        </p:txBody>
      </p:sp>
      <p:sp>
        <p:nvSpPr>
          <p:cNvPr id="3" name="Text 1"/>
          <p:cNvSpPr/>
          <p:nvPr/>
        </p:nvSpPr>
        <p:spPr>
          <a:xfrm>
            <a:off x="793790" y="2982992"/>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Our rigorous performance and reliability evaluation ensures the bulk invoice upload feature is:</a:t>
            </a:r>
            <a:endParaRPr lang="en-US" sz="1750" dirty="0"/>
          </a:p>
        </p:txBody>
      </p:sp>
      <p:sp>
        <p:nvSpPr>
          <p:cNvPr id="4" name="Shape 2"/>
          <p:cNvSpPr/>
          <p:nvPr/>
        </p:nvSpPr>
        <p:spPr>
          <a:xfrm>
            <a:off x="793790" y="3601045"/>
            <a:ext cx="4196358" cy="2047994"/>
          </a:xfrm>
          <a:prstGeom prst="roundRect">
            <a:avLst>
              <a:gd name="adj" fmla="val 26581"/>
            </a:avLst>
          </a:prstGeom>
          <a:solidFill>
            <a:srgbClr val="DADBF1"/>
          </a:solidFill>
          <a:ln w="7620">
            <a:solidFill>
              <a:srgbClr val="C0C1D7"/>
            </a:solidFill>
            <a:prstDash val="solid"/>
          </a:ln>
        </p:spPr>
        <p:txBody>
          <a:bodyPr/>
          <a:lstStyle/>
          <a:p>
            <a:endParaRPr lang="en-IN"/>
          </a:p>
        </p:txBody>
      </p:sp>
      <p:sp>
        <p:nvSpPr>
          <p:cNvPr id="5" name="Text 3"/>
          <p:cNvSpPr/>
          <p:nvPr/>
        </p:nvSpPr>
        <p:spPr>
          <a:xfrm>
            <a:off x="1028224" y="383547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Scalable</a:t>
            </a:r>
            <a:endParaRPr lang="en-US" sz="2200" dirty="0"/>
          </a:p>
        </p:txBody>
      </p:sp>
      <p:sp>
        <p:nvSpPr>
          <p:cNvPr id="6" name="Text 4"/>
          <p:cNvSpPr/>
          <p:nvPr/>
        </p:nvSpPr>
        <p:spPr>
          <a:xfrm>
            <a:off x="1028224" y="4325898"/>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Capable of handling increasing volumes of data and users without compromising performance.</a:t>
            </a:r>
            <a:endParaRPr lang="en-US" sz="1750" dirty="0"/>
          </a:p>
        </p:txBody>
      </p:sp>
      <p:sp>
        <p:nvSpPr>
          <p:cNvPr id="7" name="Shape 5"/>
          <p:cNvSpPr/>
          <p:nvPr/>
        </p:nvSpPr>
        <p:spPr>
          <a:xfrm>
            <a:off x="5216962" y="3601045"/>
            <a:ext cx="4196358" cy="2047994"/>
          </a:xfrm>
          <a:prstGeom prst="roundRect">
            <a:avLst>
              <a:gd name="adj" fmla="val 26581"/>
            </a:avLst>
          </a:prstGeom>
          <a:solidFill>
            <a:srgbClr val="DADBF1"/>
          </a:solidFill>
          <a:ln w="7620">
            <a:solidFill>
              <a:srgbClr val="C0C1D7"/>
            </a:solidFill>
            <a:prstDash val="solid"/>
          </a:ln>
        </p:spPr>
        <p:txBody>
          <a:bodyPr/>
          <a:lstStyle/>
          <a:p>
            <a:endParaRPr lang="en-IN"/>
          </a:p>
        </p:txBody>
      </p:sp>
      <p:sp>
        <p:nvSpPr>
          <p:cNvPr id="8" name="Text 6"/>
          <p:cNvSpPr/>
          <p:nvPr/>
        </p:nvSpPr>
        <p:spPr>
          <a:xfrm>
            <a:off x="5451396" y="383547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Reliable</a:t>
            </a:r>
            <a:endParaRPr lang="en-US" sz="2200" dirty="0"/>
          </a:p>
        </p:txBody>
      </p:sp>
      <p:sp>
        <p:nvSpPr>
          <p:cNvPr id="9" name="Text 7"/>
          <p:cNvSpPr/>
          <p:nvPr/>
        </p:nvSpPr>
        <p:spPr>
          <a:xfrm>
            <a:off x="5451396" y="4325898"/>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Operating consistently and accurately, minimizing errors and ensuring data integrity.</a:t>
            </a:r>
            <a:endParaRPr lang="en-US" sz="1750" dirty="0"/>
          </a:p>
        </p:txBody>
      </p:sp>
      <p:sp>
        <p:nvSpPr>
          <p:cNvPr id="10" name="Shape 8"/>
          <p:cNvSpPr/>
          <p:nvPr/>
        </p:nvSpPr>
        <p:spPr>
          <a:xfrm>
            <a:off x="9640133" y="3601045"/>
            <a:ext cx="4196358" cy="2047994"/>
          </a:xfrm>
          <a:prstGeom prst="roundRect">
            <a:avLst>
              <a:gd name="adj" fmla="val 26581"/>
            </a:avLst>
          </a:prstGeom>
          <a:solidFill>
            <a:srgbClr val="DADBF1"/>
          </a:solidFill>
          <a:ln w="7620">
            <a:solidFill>
              <a:srgbClr val="C0C1D7"/>
            </a:solidFill>
            <a:prstDash val="solid"/>
          </a:ln>
        </p:spPr>
        <p:txBody>
          <a:bodyPr/>
          <a:lstStyle/>
          <a:p>
            <a:endParaRPr lang="en-IN"/>
          </a:p>
        </p:txBody>
      </p:sp>
      <p:sp>
        <p:nvSpPr>
          <p:cNvPr id="11" name="Text 9"/>
          <p:cNvSpPr/>
          <p:nvPr/>
        </p:nvSpPr>
        <p:spPr>
          <a:xfrm>
            <a:off x="9874568" y="383547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Enterprise-Ready</a:t>
            </a:r>
            <a:endParaRPr lang="en-US" sz="2200" dirty="0"/>
          </a:p>
        </p:txBody>
      </p:sp>
      <p:sp>
        <p:nvSpPr>
          <p:cNvPr id="12" name="Text 10"/>
          <p:cNvSpPr/>
          <p:nvPr/>
        </p:nvSpPr>
        <p:spPr>
          <a:xfrm>
            <a:off x="9874568" y="4325898"/>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Meeting the high standards required for critical business operations in large organizations.</a:t>
            </a:r>
            <a:endParaRPr lang="en-US" sz="1750" dirty="0"/>
          </a:p>
        </p:txBody>
      </p:sp>
      <p:sp>
        <p:nvSpPr>
          <p:cNvPr id="13" name="Text 11"/>
          <p:cNvSpPr/>
          <p:nvPr/>
        </p:nvSpPr>
        <p:spPr>
          <a:xfrm>
            <a:off x="793790" y="5904190"/>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This proactive approach safeguards financial operations and enhances user confidence.</a:t>
            </a:r>
            <a:endParaRPr lang="en-US" sz="1750" dirty="0"/>
          </a:p>
        </p:txBody>
      </p:sp>
      <p:sp>
        <p:nvSpPr>
          <p:cNvPr id="14" name="Rectangle 13">
            <a:extLst>
              <a:ext uri="{FF2B5EF4-FFF2-40B4-BE49-F238E27FC236}">
                <a16:creationId xmlns:a16="http://schemas.microsoft.com/office/drawing/2014/main" id="{BF9EEA81-08F4-F88C-7675-A89A041AF104}"/>
              </a:ext>
            </a:extLst>
          </p:cNvPr>
          <p:cNvSpPr/>
          <p:nvPr/>
        </p:nvSpPr>
        <p:spPr>
          <a:xfrm>
            <a:off x="12846205" y="7805854"/>
            <a:ext cx="1650380" cy="26762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59B56812-94B6-F601-F210-62DA75B035E9}"/>
                  </a:ext>
                </a:extLst>
              </p14:cNvPr>
              <p14:cNvContentPartPr/>
              <p14:nvPr/>
            </p14:nvContentPartPr>
            <p14:xfrm>
              <a:off x="12890678" y="7707723"/>
              <a:ext cx="1515600" cy="154080"/>
            </p14:xfrm>
          </p:contentPart>
        </mc:Choice>
        <mc:Fallback xmlns="">
          <p:pic>
            <p:nvPicPr>
              <p:cNvPr id="17" name="Ink 16">
                <a:extLst>
                  <a:ext uri="{FF2B5EF4-FFF2-40B4-BE49-F238E27FC236}">
                    <a16:creationId xmlns:a16="http://schemas.microsoft.com/office/drawing/2014/main" id="{59B56812-94B6-F601-F210-62DA75B035E9}"/>
                  </a:ext>
                </a:extLst>
              </p:cNvPr>
              <p:cNvPicPr/>
              <p:nvPr/>
            </p:nvPicPr>
            <p:blipFill>
              <a:blip r:embed="rId4"/>
              <a:stretch>
                <a:fillRect/>
              </a:stretch>
            </p:blipFill>
            <p:spPr>
              <a:xfrm>
                <a:off x="12827678" y="7645083"/>
                <a:ext cx="164124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87CEA9D5-C78F-BEC1-4B70-89FE2A1C3C85}"/>
                  </a:ext>
                </a:extLst>
              </p14:cNvPr>
              <p14:cNvContentPartPr/>
              <p14:nvPr/>
            </p14:nvContentPartPr>
            <p14:xfrm>
              <a:off x="14094878" y="7794483"/>
              <a:ext cx="335160" cy="22680"/>
            </p14:xfrm>
          </p:contentPart>
        </mc:Choice>
        <mc:Fallback xmlns="">
          <p:pic>
            <p:nvPicPr>
              <p:cNvPr id="19" name="Ink 18">
                <a:extLst>
                  <a:ext uri="{FF2B5EF4-FFF2-40B4-BE49-F238E27FC236}">
                    <a16:creationId xmlns:a16="http://schemas.microsoft.com/office/drawing/2014/main" id="{87CEA9D5-C78F-BEC1-4B70-89FE2A1C3C85}"/>
                  </a:ext>
                </a:extLst>
              </p:cNvPr>
              <p:cNvPicPr/>
              <p:nvPr/>
            </p:nvPicPr>
            <p:blipFill>
              <a:blip r:embed="rId6"/>
              <a:stretch>
                <a:fillRect/>
              </a:stretch>
            </p:blipFill>
            <p:spPr>
              <a:xfrm>
                <a:off x="14031878" y="7731843"/>
                <a:ext cx="46080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Ink 20">
                <a:extLst>
                  <a:ext uri="{FF2B5EF4-FFF2-40B4-BE49-F238E27FC236}">
                    <a16:creationId xmlns:a16="http://schemas.microsoft.com/office/drawing/2014/main" id="{13DF1AF5-33C1-5865-F634-061768B190AE}"/>
                  </a:ext>
                </a:extLst>
              </p14:cNvPr>
              <p14:cNvContentPartPr/>
              <p14:nvPr/>
            </p14:nvContentPartPr>
            <p14:xfrm>
              <a:off x="14429318" y="7816803"/>
              <a:ext cx="720" cy="223560"/>
            </p14:xfrm>
          </p:contentPart>
        </mc:Choice>
        <mc:Fallback xmlns="">
          <p:pic>
            <p:nvPicPr>
              <p:cNvPr id="21" name="Ink 20">
                <a:extLst>
                  <a:ext uri="{FF2B5EF4-FFF2-40B4-BE49-F238E27FC236}">
                    <a16:creationId xmlns:a16="http://schemas.microsoft.com/office/drawing/2014/main" id="{13DF1AF5-33C1-5865-F634-061768B190AE}"/>
                  </a:ext>
                </a:extLst>
              </p:cNvPr>
              <p:cNvPicPr/>
              <p:nvPr/>
            </p:nvPicPr>
            <p:blipFill>
              <a:blip r:embed="rId8"/>
              <a:stretch>
                <a:fillRect/>
              </a:stretch>
            </p:blipFill>
            <p:spPr>
              <a:xfrm>
                <a:off x="14304038" y="7753803"/>
                <a:ext cx="25200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3" name="Ink 22">
                <a:extLst>
                  <a:ext uri="{FF2B5EF4-FFF2-40B4-BE49-F238E27FC236}">
                    <a16:creationId xmlns:a16="http://schemas.microsoft.com/office/drawing/2014/main" id="{368E05EA-FD9E-B38F-4AA3-B0173F515E8E}"/>
                  </a:ext>
                </a:extLst>
              </p14:cNvPr>
              <p14:cNvContentPartPr/>
              <p14:nvPr/>
            </p14:nvContentPartPr>
            <p14:xfrm>
              <a:off x="13927838" y="7995363"/>
              <a:ext cx="512640" cy="44640"/>
            </p14:xfrm>
          </p:contentPart>
        </mc:Choice>
        <mc:Fallback xmlns="">
          <p:pic>
            <p:nvPicPr>
              <p:cNvPr id="23" name="Ink 22">
                <a:extLst>
                  <a:ext uri="{FF2B5EF4-FFF2-40B4-BE49-F238E27FC236}">
                    <a16:creationId xmlns:a16="http://schemas.microsoft.com/office/drawing/2014/main" id="{368E05EA-FD9E-B38F-4AA3-B0173F515E8E}"/>
                  </a:ext>
                </a:extLst>
              </p:cNvPr>
              <p:cNvPicPr/>
              <p:nvPr/>
            </p:nvPicPr>
            <p:blipFill>
              <a:blip r:embed="rId10"/>
              <a:stretch>
                <a:fillRect/>
              </a:stretch>
            </p:blipFill>
            <p:spPr>
              <a:xfrm>
                <a:off x="13865198" y="7932723"/>
                <a:ext cx="63828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5" name="Ink 24">
                <a:extLst>
                  <a:ext uri="{FF2B5EF4-FFF2-40B4-BE49-F238E27FC236}">
                    <a16:creationId xmlns:a16="http://schemas.microsoft.com/office/drawing/2014/main" id="{5F3C5995-7FA7-F09D-943F-6C9A9D4D7A2C}"/>
                  </a:ext>
                </a:extLst>
              </p14:cNvPr>
              <p14:cNvContentPartPr/>
              <p14:nvPr/>
            </p14:nvContentPartPr>
            <p14:xfrm>
              <a:off x="12857558" y="8073483"/>
              <a:ext cx="1248840" cy="67320"/>
            </p14:xfrm>
          </p:contentPart>
        </mc:Choice>
        <mc:Fallback xmlns="">
          <p:pic>
            <p:nvPicPr>
              <p:cNvPr id="25" name="Ink 24">
                <a:extLst>
                  <a:ext uri="{FF2B5EF4-FFF2-40B4-BE49-F238E27FC236}">
                    <a16:creationId xmlns:a16="http://schemas.microsoft.com/office/drawing/2014/main" id="{5F3C5995-7FA7-F09D-943F-6C9A9D4D7A2C}"/>
                  </a:ext>
                </a:extLst>
              </p:cNvPr>
              <p:cNvPicPr/>
              <p:nvPr/>
            </p:nvPicPr>
            <p:blipFill>
              <a:blip r:embed="rId12"/>
              <a:stretch>
                <a:fillRect/>
              </a:stretch>
            </p:blipFill>
            <p:spPr>
              <a:xfrm>
                <a:off x="12794558" y="8010483"/>
                <a:ext cx="137448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6" name="Ink 25">
                <a:extLst>
                  <a:ext uri="{FF2B5EF4-FFF2-40B4-BE49-F238E27FC236}">
                    <a16:creationId xmlns:a16="http://schemas.microsoft.com/office/drawing/2014/main" id="{43CB195C-C2DA-475F-54AF-92C2E321E09F}"/>
                  </a:ext>
                </a:extLst>
              </p14:cNvPr>
              <p14:cNvContentPartPr/>
              <p14:nvPr/>
            </p14:nvContentPartPr>
            <p14:xfrm>
              <a:off x="12868358" y="8006523"/>
              <a:ext cx="360" cy="360"/>
            </p14:xfrm>
          </p:contentPart>
        </mc:Choice>
        <mc:Fallback xmlns="">
          <p:pic>
            <p:nvPicPr>
              <p:cNvPr id="26" name="Ink 25">
                <a:extLst>
                  <a:ext uri="{FF2B5EF4-FFF2-40B4-BE49-F238E27FC236}">
                    <a16:creationId xmlns:a16="http://schemas.microsoft.com/office/drawing/2014/main" id="{43CB195C-C2DA-475F-54AF-92C2E321E09F}"/>
                  </a:ext>
                </a:extLst>
              </p:cNvPr>
              <p:cNvPicPr/>
              <p:nvPr/>
            </p:nvPicPr>
            <p:blipFill>
              <a:blip r:embed="rId14"/>
              <a:stretch>
                <a:fillRect/>
              </a:stretch>
            </p:blipFill>
            <p:spPr>
              <a:xfrm>
                <a:off x="12805718" y="7943523"/>
                <a:ext cx="126000" cy="126000"/>
              </a:xfrm>
              <a:prstGeom prst="rect">
                <a:avLst/>
              </a:prstGeom>
            </p:spPr>
          </p:pic>
        </mc:Fallback>
      </mc:AlternateContent>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827</Words>
  <Application>Microsoft Office PowerPoint</Application>
  <PresentationFormat>Custom</PresentationFormat>
  <Paragraphs>95</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 Narrow</vt:lpstr>
      <vt:lpstr>Arial</vt:lpstr>
      <vt:lpstr>Inter</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BOBBY_777</dc:creator>
  <cp:lastModifiedBy>Havinash Reddy</cp:lastModifiedBy>
  <cp:revision>9</cp:revision>
  <dcterms:created xsi:type="dcterms:W3CDTF">2025-09-13T20:33:27Z</dcterms:created>
  <dcterms:modified xsi:type="dcterms:W3CDTF">2025-09-14T04:51:58Z</dcterms:modified>
</cp:coreProperties>
</file>